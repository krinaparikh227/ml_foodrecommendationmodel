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10287000" cx="18288000"/>
  <p:notesSz cx="6858000" cy="9144000"/>
  <p:embeddedFontLst>
    <p:embeddedFont>
      <p:font typeface="League Spartan"/>
      <p:regular r:id="rId28"/>
      <p:bold r:id="rId29"/>
    </p:embeddedFont>
    <p:embeddedFont>
      <p:font typeface="Roboto"/>
      <p:bold r:id="rId30"/>
      <p:boldItalic r:id="rId31"/>
    </p:embeddedFont>
    <p:embeddedFont>
      <p:font typeface="Poppins"/>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6" roundtripDataSignature="AMtx7mgEmv/0Zyic6UWkC4slgezoZcA/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LeagueSpartan-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eagueSpartan-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Italic.fntdata"/><Relationship Id="rId30" Type="http://schemas.openxmlformats.org/officeDocument/2006/relationships/font" Target="fonts/Roboto-bold.fntdata"/><Relationship Id="rId11" Type="http://schemas.openxmlformats.org/officeDocument/2006/relationships/slide" Target="slides/slide6.xml"/><Relationship Id="rId33" Type="http://schemas.openxmlformats.org/officeDocument/2006/relationships/font" Target="fonts/Poppins-bold.fntdata"/><Relationship Id="rId10" Type="http://schemas.openxmlformats.org/officeDocument/2006/relationships/slide" Target="slides/slide5.xml"/><Relationship Id="rId32" Type="http://schemas.openxmlformats.org/officeDocument/2006/relationships/font" Target="fonts/Poppins-regular.fntdata"/><Relationship Id="rId13" Type="http://schemas.openxmlformats.org/officeDocument/2006/relationships/slide" Target="slides/slide8.xml"/><Relationship Id="rId35" Type="http://schemas.openxmlformats.org/officeDocument/2006/relationships/font" Target="fonts/Poppins-boldItalic.fntdata"/><Relationship Id="rId12" Type="http://schemas.openxmlformats.org/officeDocument/2006/relationships/slide" Target="slides/slide7.xml"/><Relationship Id="rId34" Type="http://schemas.openxmlformats.org/officeDocument/2006/relationships/font" Target="fonts/Poppins-italic.fntdata"/><Relationship Id="rId15" Type="http://schemas.openxmlformats.org/officeDocument/2006/relationships/slide" Target="slides/slide10.xml"/><Relationship Id="rId14" Type="http://schemas.openxmlformats.org/officeDocument/2006/relationships/slide" Target="slides/slide9.xml"/><Relationship Id="rId36"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2"/>
          <p:cNvSpPr/>
          <p:nvPr>
            <p:ph idx="2" type="pic"/>
          </p:nvPr>
        </p:nvSpPr>
        <p:spPr>
          <a:xfrm>
            <a:off x="1792288" y="612775"/>
            <a:ext cx="5486400" cy="4114800"/>
          </a:xfrm>
          <a:prstGeom prst="rect">
            <a:avLst/>
          </a:prstGeom>
          <a:noFill/>
          <a:ln>
            <a:noFill/>
          </a:ln>
        </p:spPr>
      </p:sp>
      <p:sp>
        <p:nvSpPr>
          <p:cNvPr id="64" name="Google Shape;64;p3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2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18.png"/><Relationship Id="rId5"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jpg"/><Relationship Id="rId4" Type="http://schemas.openxmlformats.org/officeDocument/2006/relationships/image" Target="../media/image2.png"/><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jp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jpg"/><Relationship Id="rId4" Type="http://schemas.openxmlformats.org/officeDocument/2006/relationships/image" Target="../media/image13.jpg"/><Relationship Id="rId5" Type="http://schemas.openxmlformats.org/officeDocument/2006/relationships/image" Target="../media/image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jpg"/><Relationship Id="rId4" Type="http://schemas.openxmlformats.org/officeDocument/2006/relationships/image" Target="../media/image21.jpg"/><Relationship Id="rId5"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jpg"/><Relationship Id="rId4" Type="http://schemas.openxmlformats.org/officeDocument/2006/relationships/image" Target="../media/image9.jpg"/><Relationship Id="rId5" Type="http://schemas.openxmlformats.org/officeDocument/2006/relationships/image" Target="../media/image1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jpg"/><Relationship Id="rId4" Type="http://schemas.openxmlformats.org/officeDocument/2006/relationships/image" Target="../media/image22.jpg"/><Relationship Id="rId5" Type="http://schemas.openxmlformats.org/officeDocument/2006/relationships/image" Target="../media/image1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jpg"/><Relationship Id="rId4" Type="http://schemas.openxmlformats.org/officeDocument/2006/relationships/image" Target="../media/image1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jpg"/><Relationship Id="rId4" Type="http://schemas.openxmlformats.org/officeDocument/2006/relationships/image" Target="../media/image2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jpg"/><Relationship Id="rId4" Type="http://schemas.openxmlformats.org/officeDocument/2006/relationships/image" Target="../media/image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jpg"/><Relationship Id="rId4" Type="http://schemas.openxmlformats.org/officeDocument/2006/relationships/image" Target="../media/image8.png"/><Relationship Id="rId5"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jpg"/><Relationship Id="rId4" Type="http://schemas.openxmlformats.org/officeDocument/2006/relationships/image" Target="../media/image16.png"/><Relationship Id="rId5"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6667" l="0" r="0" t="-16667"/>
            </a:stretch>
          </a:blipFill>
          <a:ln>
            <a:noFill/>
          </a:ln>
        </p:spPr>
      </p:sp>
      <p:grpSp>
        <p:nvGrpSpPr>
          <p:cNvPr id="85" name="Google Shape;85;p1"/>
          <p:cNvGrpSpPr/>
          <p:nvPr/>
        </p:nvGrpSpPr>
        <p:grpSpPr>
          <a:xfrm>
            <a:off x="1880278" y="-558923"/>
            <a:ext cx="2302648" cy="7539771"/>
            <a:chOff x="0" y="-47625"/>
            <a:chExt cx="606459" cy="1985783"/>
          </a:xfrm>
        </p:grpSpPr>
        <p:sp>
          <p:nvSpPr>
            <p:cNvPr id="86" name="Google Shape;86;p1"/>
            <p:cNvSpPr/>
            <p:nvPr/>
          </p:nvSpPr>
          <p:spPr>
            <a:xfrm>
              <a:off x="0" y="0"/>
              <a:ext cx="606459" cy="1938158"/>
            </a:xfrm>
            <a:custGeom>
              <a:rect b="b" l="l" r="r" t="t"/>
              <a:pathLst>
                <a:path extrusionOk="0" h="1938158" w="606459">
                  <a:moveTo>
                    <a:pt x="171471" y="0"/>
                  </a:moveTo>
                  <a:lnTo>
                    <a:pt x="434987" y="0"/>
                  </a:lnTo>
                  <a:cubicBezTo>
                    <a:pt x="480464" y="0"/>
                    <a:pt x="524079" y="18066"/>
                    <a:pt x="556236" y="50223"/>
                  </a:cubicBezTo>
                  <a:cubicBezTo>
                    <a:pt x="588393" y="82380"/>
                    <a:pt x="606459" y="125994"/>
                    <a:pt x="606459" y="171471"/>
                  </a:cubicBezTo>
                  <a:lnTo>
                    <a:pt x="606459" y="1766687"/>
                  </a:lnTo>
                  <a:cubicBezTo>
                    <a:pt x="606459" y="1812164"/>
                    <a:pt x="588393" y="1855779"/>
                    <a:pt x="556236" y="1887936"/>
                  </a:cubicBezTo>
                  <a:cubicBezTo>
                    <a:pt x="524079" y="1920093"/>
                    <a:pt x="480464" y="1938158"/>
                    <a:pt x="434987" y="1938158"/>
                  </a:cubicBezTo>
                  <a:lnTo>
                    <a:pt x="171471" y="1938158"/>
                  </a:lnTo>
                  <a:cubicBezTo>
                    <a:pt x="76770" y="1938158"/>
                    <a:pt x="0" y="1861388"/>
                    <a:pt x="0" y="1766687"/>
                  </a:cubicBezTo>
                  <a:lnTo>
                    <a:pt x="0" y="171471"/>
                  </a:lnTo>
                  <a:cubicBezTo>
                    <a:pt x="0" y="125994"/>
                    <a:pt x="18066" y="82380"/>
                    <a:pt x="50223" y="50223"/>
                  </a:cubicBezTo>
                  <a:cubicBezTo>
                    <a:pt x="82380" y="18066"/>
                    <a:pt x="125994" y="0"/>
                    <a:pt x="171471" y="0"/>
                  </a:cubicBezTo>
                  <a:close/>
                </a:path>
              </a:pathLst>
            </a:custGeom>
            <a:solidFill>
              <a:srgbClr val="5748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
            <p:cNvSpPr txBox="1"/>
            <p:nvPr/>
          </p:nvSpPr>
          <p:spPr>
            <a:xfrm>
              <a:off x="0" y="-47625"/>
              <a:ext cx="606459" cy="198578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88" name="Google Shape;88;p1"/>
          <p:cNvCxnSpPr/>
          <p:nvPr/>
        </p:nvCxnSpPr>
        <p:spPr>
          <a:xfrm>
            <a:off x="4547281" y="5192722"/>
            <a:ext cx="7877207" cy="0"/>
          </a:xfrm>
          <a:prstGeom prst="straightConnector1">
            <a:avLst/>
          </a:prstGeom>
          <a:noFill/>
          <a:ln cap="flat" cmpd="sng" w="76200">
            <a:solidFill>
              <a:srgbClr val="574874"/>
            </a:solidFill>
            <a:prstDash val="solid"/>
            <a:round/>
            <a:headEnd len="sm" w="sm" type="none"/>
            <a:tailEnd len="sm" w="sm" type="none"/>
          </a:ln>
        </p:spPr>
      </p:cxnSp>
      <p:grpSp>
        <p:nvGrpSpPr>
          <p:cNvPr id="89" name="Google Shape;89;p1"/>
          <p:cNvGrpSpPr/>
          <p:nvPr/>
        </p:nvGrpSpPr>
        <p:grpSpPr>
          <a:xfrm>
            <a:off x="14379513" y="8233036"/>
            <a:ext cx="4823538" cy="4823538"/>
            <a:chOff x="0" y="0"/>
            <a:chExt cx="812800" cy="812800"/>
          </a:xfrm>
        </p:grpSpPr>
        <p:sp>
          <p:nvSpPr>
            <p:cNvPr id="90" name="Google Shape;90;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48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2" name="Google Shape;92;p1"/>
          <p:cNvSpPr txBox="1"/>
          <p:nvPr/>
        </p:nvSpPr>
        <p:spPr>
          <a:xfrm>
            <a:off x="4547281" y="3971622"/>
            <a:ext cx="9193439" cy="1256829"/>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0" i="0" lang="en-US" sz="7363" u="none" cap="none" strike="noStrike">
                <a:solidFill>
                  <a:srgbClr val="000000"/>
                </a:solidFill>
                <a:latin typeface="League Spartan"/>
                <a:ea typeface="League Spartan"/>
                <a:cs typeface="League Spartan"/>
                <a:sym typeface="League Spartan"/>
              </a:rPr>
              <a:t>PRESENTATION</a:t>
            </a:r>
            <a:endParaRPr/>
          </a:p>
        </p:txBody>
      </p:sp>
      <p:sp>
        <p:nvSpPr>
          <p:cNvPr id="93" name="Google Shape;93;p1"/>
          <p:cNvSpPr txBox="1"/>
          <p:nvPr/>
        </p:nvSpPr>
        <p:spPr>
          <a:xfrm>
            <a:off x="4547281" y="3020402"/>
            <a:ext cx="3843113" cy="929040"/>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1" i="0" lang="en-US" sz="5423" u="none" cap="none" strike="noStrike">
                <a:solidFill>
                  <a:srgbClr val="000000"/>
                </a:solidFill>
                <a:latin typeface="Roboto"/>
                <a:ea typeface="Roboto"/>
                <a:cs typeface="Roboto"/>
                <a:sym typeface="Roboto"/>
              </a:rPr>
              <a:t>WEEK-01</a:t>
            </a:r>
            <a:endParaRPr/>
          </a:p>
        </p:txBody>
      </p:sp>
      <p:sp>
        <p:nvSpPr>
          <p:cNvPr id="94" name="Google Shape;94;p1"/>
          <p:cNvSpPr txBox="1"/>
          <p:nvPr/>
        </p:nvSpPr>
        <p:spPr>
          <a:xfrm>
            <a:off x="4547281" y="5471810"/>
            <a:ext cx="13740719" cy="3049919"/>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0" i="0" lang="en-US" sz="2974" u="none" cap="none" strike="noStrike">
                <a:solidFill>
                  <a:srgbClr val="000000"/>
                </a:solidFill>
                <a:latin typeface="Poppins"/>
                <a:ea typeface="Poppins"/>
                <a:cs typeface="Poppins"/>
                <a:sym typeface="Poppins"/>
              </a:rPr>
              <a:t> Summer Internship presentation </a:t>
            </a:r>
            <a:endParaRPr/>
          </a:p>
          <a:p>
            <a:pPr indent="-310296" lvl="1" marL="620592" marR="0" rtl="0" algn="l">
              <a:lnSpc>
                <a:spcPct val="140013"/>
              </a:lnSpc>
              <a:spcBef>
                <a:spcPts val="0"/>
              </a:spcBef>
              <a:spcAft>
                <a:spcPts val="0"/>
              </a:spcAft>
              <a:buClr>
                <a:srgbClr val="000000"/>
              </a:buClr>
              <a:buSzPts val="2874"/>
              <a:buFont typeface="Arial"/>
              <a:buChar char="•"/>
            </a:pPr>
            <a:r>
              <a:rPr b="0" i="0" lang="en-US" sz="2874" u="none" cap="none" strike="noStrike">
                <a:solidFill>
                  <a:srgbClr val="000000"/>
                </a:solidFill>
                <a:latin typeface="Poppins"/>
                <a:ea typeface="Poppins"/>
                <a:cs typeface="Poppins"/>
                <a:sym typeface="Poppins"/>
              </a:rPr>
              <a:t> Topic :Health-Aware and Explainable Food Recommendation Systems Using Retrieval-Augmented LLMs</a:t>
            </a:r>
            <a:endParaRPr/>
          </a:p>
          <a:p>
            <a:pPr indent="-310296" lvl="1" marL="620592" marR="0" rtl="0" algn="l">
              <a:lnSpc>
                <a:spcPct val="140013"/>
              </a:lnSpc>
              <a:spcBef>
                <a:spcPts val="0"/>
              </a:spcBef>
              <a:spcAft>
                <a:spcPts val="0"/>
              </a:spcAft>
              <a:buClr>
                <a:srgbClr val="000000"/>
              </a:buClr>
              <a:buSzPts val="2874"/>
              <a:buFont typeface="Arial"/>
              <a:buChar char="•"/>
            </a:pPr>
            <a:r>
              <a:rPr b="0" i="0" lang="en-US" sz="2874" u="none" cap="none" strike="noStrike">
                <a:solidFill>
                  <a:srgbClr val="000000"/>
                </a:solidFill>
                <a:latin typeface="Poppins"/>
                <a:ea typeface="Poppins"/>
                <a:cs typeface="Poppins"/>
                <a:sym typeface="Poppins"/>
              </a:rPr>
              <a:t> Foundational Week 1 Deliverables for the GroundedNutriRec system architecture</a:t>
            </a:r>
            <a:endParaRPr/>
          </a:p>
          <a:p>
            <a:pPr indent="0" lvl="0" marL="0" marR="0" rtl="0" algn="l">
              <a:lnSpc>
                <a:spcPct val="140013"/>
              </a:lnSpc>
              <a:spcBef>
                <a:spcPts val="0"/>
              </a:spcBef>
              <a:spcAft>
                <a:spcPts val="0"/>
              </a:spcAft>
              <a:buNone/>
            </a:pPr>
            <a:r>
              <a:t/>
            </a:r>
            <a:endParaRPr b="0" i="0" sz="2874" u="none" cap="none" strike="noStrike">
              <a:solidFill>
                <a:srgbClr val="000000"/>
              </a:solidFill>
              <a:latin typeface="Poppins"/>
              <a:ea typeface="Poppins"/>
              <a:cs typeface="Poppins"/>
              <a:sym typeface="Poppins"/>
            </a:endParaRPr>
          </a:p>
        </p:txBody>
      </p:sp>
      <p:grpSp>
        <p:nvGrpSpPr>
          <p:cNvPr id="95" name="Google Shape;95;p1"/>
          <p:cNvGrpSpPr/>
          <p:nvPr/>
        </p:nvGrpSpPr>
        <p:grpSpPr>
          <a:xfrm>
            <a:off x="16791282" y="6846531"/>
            <a:ext cx="4823538" cy="4823538"/>
            <a:chOff x="0" y="0"/>
            <a:chExt cx="812800" cy="812800"/>
          </a:xfrm>
        </p:grpSpPr>
        <p:sp>
          <p:nvSpPr>
            <p:cNvPr id="96" name="Google Shape;96;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D59">
                <a:alpha val="7294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6667" l="0" r="0" t="-16667"/>
            </a:stretch>
          </a:blipFill>
          <a:ln>
            <a:noFill/>
          </a:ln>
        </p:spPr>
      </p:sp>
      <p:cxnSp>
        <p:nvCxnSpPr>
          <p:cNvPr id="103" name="Google Shape;103;p2"/>
          <p:cNvCxnSpPr/>
          <p:nvPr/>
        </p:nvCxnSpPr>
        <p:spPr>
          <a:xfrm>
            <a:off x="1107009" y="3189010"/>
            <a:ext cx="5049618" cy="0"/>
          </a:xfrm>
          <a:prstGeom prst="straightConnector1">
            <a:avLst/>
          </a:prstGeom>
          <a:noFill/>
          <a:ln cap="flat" cmpd="sng" w="76200">
            <a:solidFill>
              <a:srgbClr val="574874"/>
            </a:solidFill>
            <a:prstDash val="solid"/>
            <a:round/>
            <a:headEnd len="sm" w="sm" type="none"/>
            <a:tailEnd len="sm" w="sm" type="none"/>
          </a:ln>
        </p:spPr>
      </p:cxnSp>
      <p:grpSp>
        <p:nvGrpSpPr>
          <p:cNvPr id="104" name="Google Shape;104;p2"/>
          <p:cNvGrpSpPr/>
          <p:nvPr/>
        </p:nvGrpSpPr>
        <p:grpSpPr>
          <a:xfrm>
            <a:off x="1107009" y="847874"/>
            <a:ext cx="146488" cy="1856076"/>
            <a:chOff x="0" y="-47625"/>
            <a:chExt cx="38581" cy="488843"/>
          </a:xfrm>
        </p:grpSpPr>
        <p:sp>
          <p:nvSpPr>
            <p:cNvPr id="105" name="Google Shape;105;p2"/>
            <p:cNvSpPr/>
            <p:nvPr/>
          </p:nvSpPr>
          <p:spPr>
            <a:xfrm>
              <a:off x="0" y="0"/>
              <a:ext cx="38581" cy="441218"/>
            </a:xfrm>
            <a:custGeom>
              <a:rect b="b" l="l" r="r" t="t"/>
              <a:pathLst>
                <a:path extrusionOk="0" h="441218" w="38581">
                  <a:moveTo>
                    <a:pt x="0" y="0"/>
                  </a:moveTo>
                  <a:lnTo>
                    <a:pt x="38581" y="0"/>
                  </a:lnTo>
                  <a:lnTo>
                    <a:pt x="38581" y="441218"/>
                  </a:lnTo>
                  <a:lnTo>
                    <a:pt x="0" y="441218"/>
                  </a:lnTo>
                  <a:close/>
                </a:path>
              </a:pathLst>
            </a:custGeom>
            <a:solidFill>
              <a:srgbClr val="574874"/>
            </a:solidFill>
            <a:ln>
              <a:noFill/>
            </a:ln>
          </p:spPr>
        </p:sp>
        <p:sp>
          <p:nvSpPr>
            <p:cNvPr id="106" name="Google Shape;106;p2"/>
            <p:cNvSpPr txBox="1"/>
            <p:nvPr/>
          </p:nvSpPr>
          <p:spPr>
            <a:xfrm>
              <a:off x="0" y="-47625"/>
              <a:ext cx="38581" cy="48884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7" name="Google Shape;107;p2"/>
          <p:cNvGrpSpPr/>
          <p:nvPr/>
        </p:nvGrpSpPr>
        <p:grpSpPr>
          <a:xfrm>
            <a:off x="11064335" y="-612781"/>
            <a:ext cx="7342856" cy="9871081"/>
            <a:chOff x="0" y="0"/>
            <a:chExt cx="3662687" cy="4923790"/>
          </a:xfrm>
        </p:grpSpPr>
        <p:sp>
          <p:nvSpPr>
            <p:cNvPr id="108" name="Google Shape;108;p2"/>
            <p:cNvSpPr/>
            <p:nvPr/>
          </p:nvSpPr>
          <p:spPr>
            <a:xfrm>
              <a:off x="31750" y="31750"/>
              <a:ext cx="3600450" cy="4859020"/>
            </a:xfrm>
            <a:custGeom>
              <a:rect b="b" l="l" r="r" t="t"/>
              <a:pathLst>
                <a:path extrusionOk="0" h="4859020" w="360045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rotWithShape="1">
              <a:blip r:embed="rId4">
                <a:alphaModFix/>
              </a:blip>
              <a:stretch>
                <a:fillRect b="0" l="-184295" r="-55934"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
            <p:cNvSpPr/>
            <p:nvPr/>
          </p:nvSpPr>
          <p:spPr>
            <a:xfrm>
              <a:off x="0" y="0"/>
              <a:ext cx="3662687" cy="4923790"/>
            </a:xfrm>
            <a:custGeom>
              <a:rect b="b" l="l" r="r" t="t"/>
              <a:pathLst>
                <a:path extrusionOk="0" h="4923790" w="3662687">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5748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 name="Google Shape;110;p2"/>
          <p:cNvSpPr txBox="1"/>
          <p:nvPr/>
        </p:nvSpPr>
        <p:spPr>
          <a:xfrm>
            <a:off x="1481599" y="1602775"/>
            <a:ext cx="5914265" cy="110117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6460" u="none" cap="none" strike="noStrike">
                <a:solidFill>
                  <a:srgbClr val="000000"/>
                </a:solidFill>
                <a:latin typeface="League Spartan"/>
                <a:ea typeface="League Spartan"/>
                <a:cs typeface="League Spartan"/>
                <a:sym typeface="League Spartan"/>
              </a:rPr>
              <a:t>PROJECT</a:t>
            </a:r>
            <a:endParaRPr/>
          </a:p>
        </p:txBody>
      </p:sp>
      <p:sp>
        <p:nvSpPr>
          <p:cNvPr id="111" name="Google Shape;111;p2"/>
          <p:cNvSpPr txBox="1"/>
          <p:nvPr/>
        </p:nvSpPr>
        <p:spPr>
          <a:xfrm>
            <a:off x="1481599" y="942975"/>
            <a:ext cx="4596719" cy="6979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None/>
            </a:pPr>
            <a:r>
              <a:rPr b="1" i="0" lang="en-US" sz="4023" u="none" cap="none" strike="noStrike">
                <a:solidFill>
                  <a:srgbClr val="000000"/>
                </a:solidFill>
                <a:latin typeface="Roboto"/>
                <a:ea typeface="Roboto"/>
                <a:cs typeface="Roboto"/>
                <a:sym typeface="Roboto"/>
              </a:rPr>
              <a:t>ABOUT OUR</a:t>
            </a:r>
            <a:endParaRPr/>
          </a:p>
        </p:txBody>
      </p:sp>
      <p:sp>
        <p:nvSpPr>
          <p:cNvPr id="112" name="Google Shape;112;p2"/>
          <p:cNvSpPr txBox="1"/>
          <p:nvPr/>
        </p:nvSpPr>
        <p:spPr>
          <a:xfrm>
            <a:off x="1028700" y="4175543"/>
            <a:ext cx="8962916" cy="5657934"/>
          </a:xfrm>
          <a:prstGeom prst="rect">
            <a:avLst/>
          </a:prstGeom>
          <a:noFill/>
          <a:ln>
            <a:noFill/>
          </a:ln>
        </p:spPr>
        <p:txBody>
          <a:bodyPr anchorCtr="0" anchor="t" bIns="0" lIns="0" spcFirstLastPara="1" rIns="0" wrap="square" tIns="0">
            <a:spAutoFit/>
          </a:bodyPr>
          <a:lstStyle/>
          <a:p>
            <a:pPr indent="-251273" lvl="1" marL="502547" marR="0" rtl="0" algn="l">
              <a:lnSpc>
                <a:spcPct val="140008"/>
              </a:lnSpc>
              <a:spcBef>
                <a:spcPts val="0"/>
              </a:spcBef>
              <a:spcAft>
                <a:spcPts val="0"/>
              </a:spcAft>
              <a:buClr>
                <a:srgbClr val="000000"/>
              </a:buClr>
              <a:buSzPts val="2327"/>
              <a:buFont typeface="Arial"/>
              <a:buChar char="•"/>
            </a:pPr>
            <a:r>
              <a:rPr b="0" i="0" lang="en-US" sz="2327" u="none" cap="none" strike="noStrike">
                <a:solidFill>
                  <a:srgbClr val="000000"/>
                </a:solidFill>
                <a:latin typeface="Poppins"/>
                <a:ea typeface="Poppins"/>
                <a:cs typeface="Poppins"/>
                <a:sym typeface="Poppins"/>
              </a:rPr>
              <a:t>This project focuses on building a smart recommendation system that suggests recipes based on user preferences and historical data. Our team — Ishan, Kush, and Krina — worked collaboratively to analyze a real dataset Food.com containing recipe details and user reviews. </a:t>
            </a:r>
            <a:endParaRPr/>
          </a:p>
          <a:p>
            <a:pPr indent="-251273" lvl="1" marL="502547" marR="0" rtl="0" algn="l">
              <a:lnSpc>
                <a:spcPct val="140008"/>
              </a:lnSpc>
              <a:spcBef>
                <a:spcPts val="0"/>
              </a:spcBef>
              <a:spcAft>
                <a:spcPts val="0"/>
              </a:spcAft>
              <a:buClr>
                <a:srgbClr val="000000"/>
              </a:buClr>
              <a:buSzPts val="2327"/>
              <a:buFont typeface="Arial"/>
              <a:buChar char="•"/>
            </a:pPr>
            <a:r>
              <a:rPr b="0" i="0" lang="en-US" sz="2327" u="none" cap="none" strike="noStrike">
                <a:solidFill>
                  <a:srgbClr val="000000"/>
                </a:solidFill>
                <a:latin typeface="Poppins"/>
                <a:ea typeface="Poppins"/>
                <a:cs typeface="Poppins"/>
                <a:sym typeface="Poppins"/>
              </a:rPr>
              <a:t>The objective is to extract meaningful insights and design a system that can provide personalized recipe suggestions. This project combines data analysis, preprocessing, and machine learning concepts to solve a practical problem. I</a:t>
            </a:r>
            <a:endParaRPr/>
          </a:p>
          <a:p>
            <a:pPr indent="-251273" lvl="1" marL="502547" marR="0" rtl="0" algn="l">
              <a:lnSpc>
                <a:spcPct val="140008"/>
              </a:lnSpc>
              <a:spcBef>
                <a:spcPts val="0"/>
              </a:spcBef>
              <a:spcAft>
                <a:spcPts val="0"/>
              </a:spcAft>
              <a:buClr>
                <a:srgbClr val="000000"/>
              </a:buClr>
              <a:buSzPts val="2327"/>
              <a:buFont typeface="Arial"/>
              <a:buChar char="•"/>
            </a:pPr>
            <a:r>
              <a:rPr b="0" i="0" lang="en-US" sz="2327" u="none" cap="none" strike="noStrike">
                <a:solidFill>
                  <a:srgbClr val="000000"/>
                </a:solidFill>
                <a:latin typeface="Poppins"/>
                <a:ea typeface="Poppins"/>
                <a:cs typeface="Poppins"/>
                <a:sym typeface="Poppins"/>
              </a:rPr>
              <a:t>t also helps us understand how real-world recommendation systems (like Netflix or Amazon) work.</a:t>
            </a:r>
            <a:endParaRPr/>
          </a:p>
          <a:p>
            <a:pPr indent="0" lvl="0" marL="0" marR="0" rtl="0" algn="l">
              <a:lnSpc>
                <a:spcPct val="140008"/>
              </a:lnSpc>
              <a:spcBef>
                <a:spcPts val="0"/>
              </a:spcBef>
              <a:spcAft>
                <a:spcPts val="0"/>
              </a:spcAft>
              <a:buNone/>
            </a:pPr>
            <a:r>
              <a:t/>
            </a:r>
            <a:endParaRPr b="0" i="0" sz="2327" u="none" cap="none" strike="noStrike">
              <a:solidFill>
                <a:srgbClr val="000000"/>
              </a:solidFill>
              <a:latin typeface="Poppins"/>
              <a:ea typeface="Poppins"/>
              <a:cs typeface="Poppins"/>
              <a:sym typeface="Poppins"/>
            </a:endParaRPr>
          </a:p>
        </p:txBody>
      </p:sp>
      <p:sp>
        <p:nvSpPr>
          <p:cNvPr id="113" name="Google Shape;113;p2"/>
          <p:cNvSpPr txBox="1"/>
          <p:nvPr/>
        </p:nvSpPr>
        <p:spPr>
          <a:xfrm>
            <a:off x="790318" y="3236635"/>
            <a:ext cx="8526708" cy="662939"/>
          </a:xfrm>
          <a:prstGeom prst="rect">
            <a:avLst/>
          </a:prstGeom>
          <a:noFill/>
          <a:ln>
            <a:noFill/>
          </a:ln>
        </p:spPr>
        <p:txBody>
          <a:bodyPr anchorCtr="0" anchor="t" bIns="0" lIns="0" spcFirstLastPara="1" rIns="0" wrap="square" tIns="0">
            <a:spAutoFit/>
          </a:bodyPr>
          <a:lstStyle/>
          <a:p>
            <a:pPr indent="-421008" lvl="1" marL="842016" marR="0" rtl="0" algn="l">
              <a:lnSpc>
                <a:spcPct val="140000"/>
              </a:lnSpc>
              <a:spcBef>
                <a:spcPts val="0"/>
              </a:spcBef>
              <a:spcAft>
                <a:spcPts val="0"/>
              </a:spcAft>
              <a:buClr>
                <a:srgbClr val="000000"/>
              </a:buClr>
              <a:buSzPts val="3900"/>
              <a:buFont typeface="Arial"/>
              <a:buChar char="•"/>
            </a:pPr>
            <a:r>
              <a:rPr b="1" i="0" lang="en-US" sz="3900" u="none" cap="none" strike="noStrike">
                <a:solidFill>
                  <a:srgbClr val="000000"/>
                </a:solidFill>
                <a:latin typeface="Arial"/>
                <a:ea typeface="Arial"/>
                <a:cs typeface="Arial"/>
                <a:sym typeface="Arial"/>
              </a:rPr>
              <a:t>Food Recommendation System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6667" l="0" r="0" t="-16667"/>
            </a:stretch>
          </a:blipFill>
          <a:ln>
            <a:noFill/>
          </a:ln>
        </p:spPr>
      </p:sp>
      <p:cxnSp>
        <p:nvCxnSpPr>
          <p:cNvPr id="119" name="Google Shape;119;p3"/>
          <p:cNvCxnSpPr/>
          <p:nvPr/>
        </p:nvCxnSpPr>
        <p:spPr>
          <a:xfrm>
            <a:off x="1107009" y="3150910"/>
            <a:ext cx="5049618" cy="0"/>
          </a:xfrm>
          <a:prstGeom prst="straightConnector1">
            <a:avLst/>
          </a:prstGeom>
          <a:noFill/>
          <a:ln cap="flat" cmpd="sng" w="76200">
            <a:solidFill>
              <a:srgbClr val="574874"/>
            </a:solidFill>
            <a:prstDash val="solid"/>
            <a:round/>
            <a:headEnd len="sm" w="sm" type="none"/>
            <a:tailEnd len="sm" w="sm" type="none"/>
          </a:ln>
        </p:spPr>
      </p:cxnSp>
      <p:grpSp>
        <p:nvGrpSpPr>
          <p:cNvPr id="120" name="Google Shape;120;p3"/>
          <p:cNvGrpSpPr/>
          <p:nvPr/>
        </p:nvGrpSpPr>
        <p:grpSpPr>
          <a:xfrm>
            <a:off x="1107009" y="847874"/>
            <a:ext cx="146488" cy="1856076"/>
            <a:chOff x="0" y="-47625"/>
            <a:chExt cx="38581" cy="488843"/>
          </a:xfrm>
        </p:grpSpPr>
        <p:sp>
          <p:nvSpPr>
            <p:cNvPr id="121" name="Google Shape;121;p3"/>
            <p:cNvSpPr/>
            <p:nvPr/>
          </p:nvSpPr>
          <p:spPr>
            <a:xfrm>
              <a:off x="0" y="0"/>
              <a:ext cx="38581" cy="441218"/>
            </a:xfrm>
            <a:custGeom>
              <a:rect b="b" l="l" r="r" t="t"/>
              <a:pathLst>
                <a:path extrusionOk="0" h="441218" w="38581">
                  <a:moveTo>
                    <a:pt x="0" y="0"/>
                  </a:moveTo>
                  <a:lnTo>
                    <a:pt x="38581" y="0"/>
                  </a:lnTo>
                  <a:lnTo>
                    <a:pt x="38581" y="441218"/>
                  </a:lnTo>
                  <a:lnTo>
                    <a:pt x="0" y="441218"/>
                  </a:lnTo>
                  <a:close/>
                </a:path>
              </a:pathLst>
            </a:custGeom>
            <a:solidFill>
              <a:srgbClr val="574874"/>
            </a:solidFill>
            <a:ln>
              <a:noFill/>
            </a:ln>
          </p:spPr>
        </p:sp>
        <p:sp>
          <p:nvSpPr>
            <p:cNvPr id="122" name="Google Shape;122;p3"/>
            <p:cNvSpPr txBox="1"/>
            <p:nvPr/>
          </p:nvSpPr>
          <p:spPr>
            <a:xfrm>
              <a:off x="0" y="-47625"/>
              <a:ext cx="38581" cy="48884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3" name="Google Shape;123;p3"/>
          <p:cNvGrpSpPr/>
          <p:nvPr/>
        </p:nvGrpSpPr>
        <p:grpSpPr>
          <a:xfrm rot="-5400000">
            <a:off x="1702668" y="8728126"/>
            <a:ext cx="146488" cy="1856076"/>
            <a:chOff x="0" y="-47625"/>
            <a:chExt cx="38581" cy="488843"/>
          </a:xfrm>
        </p:grpSpPr>
        <p:sp>
          <p:nvSpPr>
            <p:cNvPr id="124" name="Google Shape;124;p3"/>
            <p:cNvSpPr/>
            <p:nvPr/>
          </p:nvSpPr>
          <p:spPr>
            <a:xfrm>
              <a:off x="0" y="0"/>
              <a:ext cx="38581" cy="441218"/>
            </a:xfrm>
            <a:custGeom>
              <a:rect b="b" l="l" r="r" t="t"/>
              <a:pathLst>
                <a:path extrusionOk="0" h="441218" w="38581">
                  <a:moveTo>
                    <a:pt x="0" y="0"/>
                  </a:moveTo>
                  <a:lnTo>
                    <a:pt x="38581" y="0"/>
                  </a:lnTo>
                  <a:lnTo>
                    <a:pt x="38581" y="441218"/>
                  </a:lnTo>
                  <a:lnTo>
                    <a:pt x="0" y="441218"/>
                  </a:lnTo>
                  <a:close/>
                </a:path>
              </a:pathLst>
            </a:custGeom>
            <a:solidFill>
              <a:srgbClr val="574874"/>
            </a:solidFill>
            <a:ln>
              <a:noFill/>
            </a:ln>
          </p:spPr>
        </p:sp>
        <p:sp>
          <p:nvSpPr>
            <p:cNvPr id="125" name="Google Shape;125;p3"/>
            <p:cNvSpPr txBox="1"/>
            <p:nvPr/>
          </p:nvSpPr>
          <p:spPr>
            <a:xfrm>
              <a:off x="0" y="-47625"/>
              <a:ext cx="38581" cy="48884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6" name="Google Shape;126;p3"/>
          <p:cNvSpPr txBox="1"/>
          <p:nvPr/>
        </p:nvSpPr>
        <p:spPr>
          <a:xfrm>
            <a:off x="1481599" y="1602775"/>
            <a:ext cx="4468490" cy="110117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6460" u="none" cap="none" strike="noStrike">
                <a:solidFill>
                  <a:srgbClr val="000000"/>
                </a:solidFill>
                <a:latin typeface="League Spartan"/>
                <a:ea typeface="League Spartan"/>
                <a:cs typeface="League Spartan"/>
                <a:sym typeface="League Spartan"/>
              </a:rPr>
              <a:t>DATASET </a:t>
            </a:r>
            <a:endParaRPr/>
          </a:p>
        </p:txBody>
      </p:sp>
      <p:sp>
        <p:nvSpPr>
          <p:cNvPr id="127" name="Google Shape;127;p3"/>
          <p:cNvSpPr txBox="1"/>
          <p:nvPr/>
        </p:nvSpPr>
        <p:spPr>
          <a:xfrm>
            <a:off x="1481599" y="942975"/>
            <a:ext cx="4596719" cy="6979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None/>
            </a:pPr>
            <a:r>
              <a:rPr b="1" i="0" lang="en-US" sz="4023" u="none" cap="none" strike="noStrike">
                <a:solidFill>
                  <a:srgbClr val="000000"/>
                </a:solidFill>
                <a:latin typeface="Roboto"/>
                <a:ea typeface="Roboto"/>
                <a:cs typeface="Roboto"/>
                <a:sym typeface="Roboto"/>
              </a:rPr>
              <a:t>ABOUT OUR</a:t>
            </a:r>
            <a:endParaRPr/>
          </a:p>
        </p:txBody>
      </p:sp>
      <p:sp>
        <p:nvSpPr>
          <p:cNvPr id="128" name="Google Shape;128;p3"/>
          <p:cNvSpPr txBox="1"/>
          <p:nvPr/>
        </p:nvSpPr>
        <p:spPr>
          <a:xfrm>
            <a:off x="1028700" y="3341299"/>
            <a:ext cx="14540226" cy="6402461"/>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0" i="0" lang="en-US" sz="3309" u="none" cap="none" strike="noStrike">
                <a:solidFill>
                  <a:srgbClr val="000000"/>
                </a:solidFill>
                <a:latin typeface="Poppins"/>
                <a:ea typeface="Poppins"/>
                <a:cs typeface="Poppins"/>
                <a:sym typeface="Poppins"/>
              </a:rPr>
              <a:t>The dataset consists of two main files:</a:t>
            </a:r>
            <a:endParaRPr/>
          </a:p>
          <a:p>
            <a:pPr indent="-357272" lvl="1" marL="714544" marR="0" rtl="0" algn="l">
              <a:lnSpc>
                <a:spcPct val="140012"/>
              </a:lnSpc>
              <a:spcBef>
                <a:spcPts val="0"/>
              </a:spcBef>
              <a:spcAft>
                <a:spcPts val="0"/>
              </a:spcAft>
              <a:buClr>
                <a:srgbClr val="000000"/>
              </a:buClr>
              <a:buSzPts val="3309"/>
              <a:buFont typeface="Poppins"/>
              <a:buAutoNum type="arabicPeriod"/>
            </a:pPr>
            <a:r>
              <a:rPr b="0" i="0" lang="en-US" sz="3309" u="none" cap="none" strike="noStrike">
                <a:solidFill>
                  <a:srgbClr val="000000"/>
                </a:solidFill>
                <a:latin typeface="Poppins"/>
                <a:ea typeface="Poppins"/>
                <a:cs typeface="Poppins"/>
                <a:sym typeface="Poppins"/>
              </a:rPr>
              <a:t>recipes.csv – Contains recipe-related information</a:t>
            </a:r>
            <a:endParaRPr/>
          </a:p>
          <a:p>
            <a:pPr indent="-357272" lvl="1" marL="714544" marR="0" rtl="0" algn="l">
              <a:lnSpc>
                <a:spcPct val="140012"/>
              </a:lnSpc>
              <a:spcBef>
                <a:spcPts val="0"/>
              </a:spcBef>
              <a:spcAft>
                <a:spcPts val="0"/>
              </a:spcAft>
              <a:buClr>
                <a:srgbClr val="000000"/>
              </a:buClr>
              <a:buSzPts val="3309"/>
              <a:buFont typeface="Poppins"/>
              <a:buAutoNum type="arabicPeriod"/>
            </a:pPr>
            <a:r>
              <a:rPr b="0" i="0" lang="en-US" sz="3309" u="none" cap="none" strike="noStrike">
                <a:solidFill>
                  <a:srgbClr val="000000"/>
                </a:solidFill>
                <a:latin typeface="Poppins"/>
                <a:ea typeface="Poppins"/>
                <a:cs typeface="Poppins"/>
                <a:sym typeface="Poppins"/>
              </a:rPr>
              <a:t>reviews.csv – Contains user interaction data</a:t>
            </a:r>
            <a:endParaRPr/>
          </a:p>
          <a:p>
            <a:pPr indent="-357272" lvl="1" marL="714544" marR="0" rtl="0" algn="l">
              <a:lnSpc>
                <a:spcPct val="140012"/>
              </a:lnSpc>
              <a:spcBef>
                <a:spcPts val="0"/>
              </a:spcBef>
              <a:spcAft>
                <a:spcPts val="0"/>
              </a:spcAft>
              <a:buClr>
                <a:srgbClr val="000000"/>
              </a:buClr>
              <a:buSzPts val="3309"/>
              <a:buFont typeface="Arial"/>
              <a:buChar char="•"/>
            </a:pPr>
            <a:r>
              <a:rPr b="0" i="0" lang="en-US" sz="3309" u="none" cap="none" strike="noStrike">
                <a:solidFill>
                  <a:srgbClr val="000000"/>
                </a:solidFill>
                <a:latin typeface="Poppins"/>
                <a:ea typeface="Poppins"/>
                <a:cs typeface="Poppins"/>
                <a:sym typeface="Poppins"/>
              </a:rPr>
              <a:t>The recipes dataset includes attributes such as recipe name, ingredients, cooking time, nutritional values, and ratings. The reviews dataset includes user IDs, ratings, and textual reviews. Both datasets are linked using a common key called </a:t>
            </a:r>
            <a:r>
              <a:rPr b="1" i="0" lang="en-US" sz="3309" u="none" cap="none" strike="noStrike">
                <a:solidFill>
                  <a:srgbClr val="000000"/>
                </a:solidFill>
                <a:latin typeface="Poppins"/>
                <a:ea typeface="Poppins"/>
                <a:cs typeface="Poppins"/>
                <a:sym typeface="Poppins"/>
              </a:rPr>
              <a:t>RecipeId,</a:t>
            </a:r>
            <a:r>
              <a:rPr b="0" i="0" lang="en-US" sz="3309" u="none" cap="none" strike="noStrike">
                <a:solidFill>
                  <a:srgbClr val="000000"/>
                </a:solidFill>
                <a:latin typeface="Poppins"/>
                <a:ea typeface="Poppins"/>
                <a:cs typeface="Poppins"/>
                <a:sym typeface="Poppins"/>
              </a:rPr>
              <a:t> which allows us to combine them for deeper analysis. </a:t>
            </a:r>
            <a:endParaRPr/>
          </a:p>
          <a:p>
            <a:pPr indent="-357272" lvl="1" marL="714544" marR="0" rtl="0" algn="l">
              <a:lnSpc>
                <a:spcPct val="140012"/>
              </a:lnSpc>
              <a:spcBef>
                <a:spcPts val="0"/>
              </a:spcBef>
              <a:spcAft>
                <a:spcPts val="0"/>
              </a:spcAft>
              <a:buClr>
                <a:srgbClr val="000000"/>
              </a:buClr>
              <a:buSzPts val="3309"/>
              <a:buFont typeface="Arial"/>
              <a:buChar char="•"/>
            </a:pPr>
            <a:r>
              <a:rPr b="0" i="0" lang="en-US" sz="3309" u="none" cap="none" strike="noStrike">
                <a:solidFill>
                  <a:srgbClr val="000000"/>
                </a:solidFill>
                <a:latin typeface="Poppins"/>
                <a:ea typeface="Poppins"/>
                <a:cs typeface="Poppins"/>
                <a:sym typeface="Poppins"/>
              </a:rPr>
              <a:t>This structure makes the dataset suitable for building recommendation systems.</a:t>
            </a:r>
            <a:endParaRPr/>
          </a:p>
          <a:p>
            <a:pPr indent="0" lvl="0" marL="0" marR="0" rtl="0" algn="l">
              <a:lnSpc>
                <a:spcPct val="140012"/>
              </a:lnSpc>
              <a:spcBef>
                <a:spcPts val="0"/>
              </a:spcBef>
              <a:spcAft>
                <a:spcPts val="0"/>
              </a:spcAft>
              <a:buNone/>
            </a:pPr>
            <a:r>
              <a:t/>
            </a:r>
            <a:endParaRPr b="0" i="0" sz="3309" u="none" cap="none" strike="noStrike">
              <a:solidFill>
                <a:srgbClr val="000000"/>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6667" l="0" r="0" t="-16667"/>
            </a:stretch>
          </a:blipFill>
          <a:ln>
            <a:noFill/>
          </a:ln>
        </p:spPr>
      </p:sp>
      <p:grpSp>
        <p:nvGrpSpPr>
          <p:cNvPr id="134" name="Google Shape;134;p4"/>
          <p:cNvGrpSpPr/>
          <p:nvPr/>
        </p:nvGrpSpPr>
        <p:grpSpPr>
          <a:xfrm rot="-5400000">
            <a:off x="1702668" y="8728126"/>
            <a:ext cx="146488" cy="1856076"/>
            <a:chOff x="0" y="-47625"/>
            <a:chExt cx="38581" cy="488843"/>
          </a:xfrm>
        </p:grpSpPr>
        <p:sp>
          <p:nvSpPr>
            <p:cNvPr id="135" name="Google Shape;135;p4"/>
            <p:cNvSpPr/>
            <p:nvPr/>
          </p:nvSpPr>
          <p:spPr>
            <a:xfrm>
              <a:off x="0" y="0"/>
              <a:ext cx="38581" cy="441218"/>
            </a:xfrm>
            <a:custGeom>
              <a:rect b="b" l="l" r="r" t="t"/>
              <a:pathLst>
                <a:path extrusionOk="0" h="441218" w="38581">
                  <a:moveTo>
                    <a:pt x="0" y="0"/>
                  </a:moveTo>
                  <a:lnTo>
                    <a:pt x="38581" y="0"/>
                  </a:lnTo>
                  <a:lnTo>
                    <a:pt x="38581" y="441218"/>
                  </a:lnTo>
                  <a:lnTo>
                    <a:pt x="0" y="441218"/>
                  </a:lnTo>
                  <a:close/>
                </a:path>
              </a:pathLst>
            </a:custGeom>
            <a:solidFill>
              <a:srgbClr val="574874"/>
            </a:solidFill>
            <a:ln>
              <a:noFill/>
            </a:ln>
          </p:spPr>
        </p:sp>
        <p:sp>
          <p:nvSpPr>
            <p:cNvPr id="136" name="Google Shape;136;p4"/>
            <p:cNvSpPr txBox="1"/>
            <p:nvPr/>
          </p:nvSpPr>
          <p:spPr>
            <a:xfrm>
              <a:off x="0" y="-47625"/>
              <a:ext cx="38581" cy="48884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7" name="Google Shape;137;p4"/>
          <p:cNvSpPr txBox="1"/>
          <p:nvPr/>
        </p:nvSpPr>
        <p:spPr>
          <a:xfrm>
            <a:off x="821465" y="299752"/>
            <a:ext cx="13050230" cy="110117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6460" u="none" cap="none" strike="noStrike">
                <a:solidFill>
                  <a:srgbClr val="000000"/>
                </a:solidFill>
                <a:latin typeface="League Spartan"/>
                <a:ea typeface="League Spartan"/>
                <a:cs typeface="League Spartan"/>
                <a:sym typeface="League Spartan"/>
              </a:rPr>
              <a:t>DATASET EXPLANTION </a:t>
            </a:r>
            <a:endParaRPr/>
          </a:p>
        </p:txBody>
      </p:sp>
      <p:sp>
        <p:nvSpPr>
          <p:cNvPr id="138" name="Google Shape;138;p4"/>
          <p:cNvSpPr txBox="1"/>
          <p:nvPr/>
        </p:nvSpPr>
        <p:spPr>
          <a:xfrm>
            <a:off x="491398" y="1806575"/>
            <a:ext cx="14540226" cy="7451725"/>
          </a:xfrm>
          <a:prstGeom prst="rect">
            <a:avLst/>
          </a:prstGeom>
          <a:noFill/>
          <a:ln>
            <a:noFill/>
          </a:ln>
        </p:spPr>
        <p:txBody>
          <a:bodyPr anchorCtr="0" anchor="t" bIns="0" lIns="0" spcFirstLastPara="1" rIns="0" wrap="square" tIns="0">
            <a:spAutoFit/>
          </a:bodyPr>
          <a:lstStyle/>
          <a:p>
            <a:pPr indent="-269875" lvl="1" marL="539749" marR="0" rtl="0" algn="l">
              <a:lnSpc>
                <a:spcPct val="140016"/>
              </a:lnSpc>
              <a:spcBef>
                <a:spcPts val="0"/>
              </a:spcBef>
              <a:spcAft>
                <a:spcPts val="0"/>
              </a:spcAft>
              <a:buClr>
                <a:srgbClr val="000000"/>
              </a:buClr>
              <a:buSzPts val="2499"/>
              <a:buFont typeface="Arial"/>
              <a:buChar char="•"/>
            </a:pPr>
            <a:r>
              <a:rPr b="0" i="0" lang="en-US" sz="2499" u="none" cap="none" strike="noStrike">
                <a:solidFill>
                  <a:srgbClr val="000000"/>
                </a:solidFill>
                <a:latin typeface="Poppins"/>
                <a:ea typeface="Poppins"/>
                <a:cs typeface="Poppins"/>
                <a:sym typeface="Poppins"/>
              </a:rPr>
              <a:t>The dataset is a structured and relational dataset consisting of two interconnected tables: </a:t>
            </a:r>
            <a:r>
              <a:rPr b="1" i="0" lang="en-US" sz="2499" u="none" cap="none" strike="noStrike">
                <a:solidFill>
                  <a:srgbClr val="000000"/>
                </a:solidFill>
                <a:latin typeface="Poppins"/>
                <a:ea typeface="Poppins"/>
                <a:cs typeface="Poppins"/>
                <a:sym typeface="Poppins"/>
              </a:rPr>
              <a:t>recipes and reviews. </a:t>
            </a:r>
            <a:endParaRPr/>
          </a:p>
          <a:p>
            <a:pPr indent="-269875" lvl="1" marL="539749" marR="0" rtl="0" algn="l">
              <a:lnSpc>
                <a:spcPct val="140016"/>
              </a:lnSpc>
              <a:spcBef>
                <a:spcPts val="0"/>
              </a:spcBef>
              <a:spcAft>
                <a:spcPts val="0"/>
              </a:spcAft>
              <a:buClr>
                <a:srgbClr val="000000"/>
              </a:buClr>
              <a:buSzPts val="2499"/>
              <a:buFont typeface="Arial"/>
              <a:buChar char="•"/>
            </a:pPr>
            <a:r>
              <a:rPr b="0" i="0" lang="en-US" sz="2499" u="none" cap="none" strike="noStrike">
                <a:solidFill>
                  <a:srgbClr val="000000"/>
                </a:solidFill>
                <a:latin typeface="Poppins"/>
                <a:ea typeface="Poppins"/>
                <a:cs typeface="Poppins"/>
                <a:sym typeface="Poppins"/>
              </a:rPr>
              <a:t>The recipes dataset contains detailed information about each recipe, including attributes like </a:t>
            </a:r>
            <a:r>
              <a:rPr b="1" i="0" lang="en-US" sz="2499" u="none" cap="none" strike="noStrike">
                <a:solidFill>
                  <a:srgbClr val="000000"/>
                </a:solidFill>
                <a:latin typeface="Poppins"/>
                <a:ea typeface="Poppins"/>
                <a:cs typeface="Poppins"/>
                <a:sym typeface="Poppins"/>
              </a:rPr>
              <a:t>recipeid, name, ingredients, preparation time, cooking time, nutritional values (calories, protein, fat, etc.), and aggregated ratings</a:t>
            </a:r>
            <a:r>
              <a:rPr b="0" i="0" lang="en-US" sz="2499" u="none" cap="none" strike="noStrike">
                <a:solidFill>
                  <a:srgbClr val="000000"/>
                </a:solidFill>
                <a:latin typeface="Poppins"/>
                <a:ea typeface="Poppins"/>
                <a:cs typeface="Poppins"/>
                <a:sym typeface="Poppins"/>
              </a:rPr>
              <a:t>. These features help in understanding the characteristics of each recipe.</a:t>
            </a:r>
            <a:endParaRPr/>
          </a:p>
          <a:p>
            <a:pPr indent="0" lvl="0" marL="0" marR="0" rtl="0" algn="l">
              <a:lnSpc>
                <a:spcPct val="140016"/>
              </a:lnSpc>
              <a:spcBef>
                <a:spcPts val="0"/>
              </a:spcBef>
              <a:spcAft>
                <a:spcPts val="0"/>
              </a:spcAft>
              <a:buNone/>
            </a:pPr>
            <a:r>
              <a:t/>
            </a:r>
            <a:endParaRPr b="0" i="0" sz="2499" u="none" cap="none" strike="noStrike">
              <a:solidFill>
                <a:srgbClr val="000000"/>
              </a:solidFill>
              <a:latin typeface="Poppins"/>
              <a:ea typeface="Poppins"/>
              <a:cs typeface="Poppins"/>
              <a:sym typeface="Poppins"/>
            </a:endParaRPr>
          </a:p>
          <a:p>
            <a:pPr indent="-269875" lvl="1" marL="539749" marR="0" rtl="0" algn="l">
              <a:lnSpc>
                <a:spcPct val="140016"/>
              </a:lnSpc>
              <a:spcBef>
                <a:spcPts val="0"/>
              </a:spcBef>
              <a:spcAft>
                <a:spcPts val="0"/>
              </a:spcAft>
              <a:buClr>
                <a:srgbClr val="000000"/>
              </a:buClr>
              <a:buSzPts val="2499"/>
              <a:buFont typeface="Arial"/>
              <a:buChar char="•"/>
            </a:pPr>
            <a:r>
              <a:rPr b="0" i="0" lang="en-US" sz="2499" u="none" cap="none" strike="noStrike">
                <a:solidFill>
                  <a:srgbClr val="000000"/>
                </a:solidFill>
                <a:latin typeface="Poppins"/>
                <a:ea typeface="Poppins"/>
                <a:cs typeface="Poppins"/>
                <a:sym typeface="Poppins"/>
              </a:rPr>
              <a:t>The reviews dataset contains user-generated data </a:t>
            </a:r>
            <a:r>
              <a:rPr b="1" i="0" lang="en-US" sz="2499" u="none" cap="none" strike="noStrike">
                <a:solidFill>
                  <a:srgbClr val="000000"/>
                </a:solidFill>
                <a:latin typeface="Poppins"/>
                <a:ea typeface="Poppins"/>
                <a:cs typeface="Poppins"/>
                <a:sym typeface="Poppins"/>
              </a:rPr>
              <a:t>such as reviewid, authorid, rating, review text, and timestamps. </a:t>
            </a:r>
            <a:r>
              <a:rPr b="0" i="0" lang="en-US" sz="2499" u="none" cap="none" strike="noStrike">
                <a:solidFill>
                  <a:srgbClr val="000000"/>
                </a:solidFill>
                <a:latin typeface="Poppins"/>
                <a:ea typeface="Poppins"/>
                <a:cs typeface="Poppins"/>
                <a:sym typeface="Poppins"/>
              </a:rPr>
              <a:t>This dataset captures user preferences and feedback, which is crucial for recommendation systems.</a:t>
            </a:r>
            <a:endParaRPr/>
          </a:p>
          <a:p>
            <a:pPr indent="0" lvl="0" marL="0" marR="0" rtl="0" algn="l">
              <a:lnSpc>
                <a:spcPct val="140016"/>
              </a:lnSpc>
              <a:spcBef>
                <a:spcPts val="0"/>
              </a:spcBef>
              <a:spcAft>
                <a:spcPts val="0"/>
              </a:spcAft>
              <a:buNone/>
            </a:pPr>
            <a:r>
              <a:t/>
            </a:r>
            <a:endParaRPr b="0" i="0" sz="2499" u="none" cap="none" strike="noStrike">
              <a:solidFill>
                <a:srgbClr val="000000"/>
              </a:solidFill>
              <a:latin typeface="Poppins"/>
              <a:ea typeface="Poppins"/>
              <a:cs typeface="Poppins"/>
              <a:sym typeface="Poppins"/>
            </a:endParaRPr>
          </a:p>
          <a:p>
            <a:pPr indent="-269875" lvl="1" marL="539749" marR="0" rtl="0" algn="l">
              <a:lnSpc>
                <a:spcPct val="140016"/>
              </a:lnSpc>
              <a:spcBef>
                <a:spcPts val="0"/>
              </a:spcBef>
              <a:spcAft>
                <a:spcPts val="0"/>
              </a:spcAft>
              <a:buClr>
                <a:srgbClr val="000000"/>
              </a:buClr>
              <a:buSzPts val="2499"/>
              <a:buFont typeface="Arial"/>
              <a:buChar char="•"/>
            </a:pPr>
            <a:r>
              <a:rPr b="0" i="0" lang="en-US" sz="2499" u="none" cap="none" strike="noStrike">
                <a:solidFill>
                  <a:srgbClr val="000000"/>
                </a:solidFill>
                <a:latin typeface="Poppins"/>
                <a:ea typeface="Poppins"/>
                <a:cs typeface="Poppins"/>
                <a:sym typeface="Poppins"/>
              </a:rPr>
              <a:t>Both datasets are linked through the recipeid column, forming a</a:t>
            </a:r>
            <a:r>
              <a:rPr b="1" i="0" lang="en-US" sz="2499" u="none" cap="none" strike="noStrike">
                <a:solidFill>
                  <a:srgbClr val="000000"/>
                </a:solidFill>
                <a:latin typeface="Poppins"/>
                <a:ea typeface="Poppins"/>
                <a:cs typeface="Poppins"/>
                <a:sym typeface="Poppins"/>
              </a:rPr>
              <a:t> one-to-many relationship (one recipe can have multiple reviews)</a:t>
            </a:r>
            <a:r>
              <a:rPr b="0" i="0" lang="en-US" sz="2499" u="none" cap="none" strike="noStrike">
                <a:solidFill>
                  <a:srgbClr val="000000"/>
                </a:solidFill>
                <a:latin typeface="Poppins"/>
                <a:ea typeface="Poppins"/>
                <a:cs typeface="Poppins"/>
                <a:sym typeface="Poppins"/>
              </a:rPr>
              <a:t>. This relationship allows us to merge datasets and analyze how users interact with recipes. The dataset is ideal for both content-based filtering (using recipe features) and collaborative filtering (using user ratings).</a:t>
            </a:r>
            <a:endParaRPr/>
          </a:p>
          <a:p>
            <a:pPr indent="0" lvl="0" marL="0" marR="0" rtl="0" algn="l">
              <a:lnSpc>
                <a:spcPct val="140016"/>
              </a:lnSpc>
              <a:spcBef>
                <a:spcPts val="0"/>
              </a:spcBef>
              <a:spcAft>
                <a:spcPts val="0"/>
              </a:spcAft>
              <a:buNone/>
            </a:pPr>
            <a:r>
              <a:t/>
            </a:r>
            <a:endParaRPr b="0" i="0" sz="2499" u="none" cap="none" strike="noStrike">
              <a:solidFill>
                <a:srgbClr val="000000"/>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6667" l="0" r="0" t="-16667"/>
            </a:stretch>
          </a:blipFill>
          <a:ln>
            <a:noFill/>
          </a:ln>
        </p:spPr>
      </p:sp>
      <p:grpSp>
        <p:nvGrpSpPr>
          <p:cNvPr id="144" name="Google Shape;144;p5"/>
          <p:cNvGrpSpPr/>
          <p:nvPr/>
        </p:nvGrpSpPr>
        <p:grpSpPr>
          <a:xfrm rot="-5400000">
            <a:off x="1702668" y="8728126"/>
            <a:ext cx="146488" cy="1856076"/>
            <a:chOff x="0" y="-47625"/>
            <a:chExt cx="38581" cy="488843"/>
          </a:xfrm>
        </p:grpSpPr>
        <p:sp>
          <p:nvSpPr>
            <p:cNvPr id="145" name="Google Shape;145;p5"/>
            <p:cNvSpPr/>
            <p:nvPr/>
          </p:nvSpPr>
          <p:spPr>
            <a:xfrm>
              <a:off x="0" y="0"/>
              <a:ext cx="38581" cy="441218"/>
            </a:xfrm>
            <a:custGeom>
              <a:rect b="b" l="l" r="r" t="t"/>
              <a:pathLst>
                <a:path extrusionOk="0" h="441218" w="38581">
                  <a:moveTo>
                    <a:pt x="0" y="0"/>
                  </a:moveTo>
                  <a:lnTo>
                    <a:pt x="38581" y="0"/>
                  </a:lnTo>
                  <a:lnTo>
                    <a:pt x="38581" y="441218"/>
                  </a:lnTo>
                  <a:lnTo>
                    <a:pt x="0" y="441218"/>
                  </a:lnTo>
                  <a:close/>
                </a:path>
              </a:pathLst>
            </a:custGeom>
            <a:solidFill>
              <a:srgbClr val="574874"/>
            </a:solidFill>
            <a:ln>
              <a:noFill/>
            </a:ln>
          </p:spPr>
        </p:sp>
        <p:sp>
          <p:nvSpPr>
            <p:cNvPr id="146" name="Google Shape;146;p5"/>
            <p:cNvSpPr txBox="1"/>
            <p:nvPr/>
          </p:nvSpPr>
          <p:spPr>
            <a:xfrm>
              <a:off x="0" y="-47625"/>
              <a:ext cx="38581" cy="48884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7" name="Google Shape;147;p5"/>
          <p:cNvSpPr txBox="1"/>
          <p:nvPr/>
        </p:nvSpPr>
        <p:spPr>
          <a:xfrm>
            <a:off x="821465" y="299752"/>
            <a:ext cx="13050230" cy="110117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6460" u="none" cap="none" strike="noStrike">
                <a:solidFill>
                  <a:srgbClr val="000000"/>
                </a:solidFill>
                <a:latin typeface="League Spartan"/>
                <a:ea typeface="League Spartan"/>
                <a:cs typeface="League Spartan"/>
                <a:sym typeface="League Spartan"/>
              </a:rPr>
              <a:t>IDEA</a:t>
            </a:r>
            <a:endParaRPr/>
          </a:p>
        </p:txBody>
      </p:sp>
      <p:sp>
        <p:nvSpPr>
          <p:cNvPr id="148" name="Google Shape;148;p5"/>
          <p:cNvSpPr txBox="1"/>
          <p:nvPr/>
        </p:nvSpPr>
        <p:spPr>
          <a:xfrm>
            <a:off x="821465" y="2055939"/>
            <a:ext cx="15959194" cy="6144261"/>
          </a:xfrm>
          <a:prstGeom prst="rect">
            <a:avLst/>
          </a:prstGeom>
          <a:noFill/>
          <a:ln>
            <a:noFill/>
          </a:ln>
        </p:spPr>
        <p:txBody>
          <a:bodyPr anchorCtr="0" anchor="t" bIns="0" lIns="0" spcFirstLastPara="1" rIns="0" wrap="square" tIns="0">
            <a:spAutoFit/>
          </a:bodyPr>
          <a:lstStyle/>
          <a:p>
            <a:pPr indent="0" lvl="0" marL="0" marR="0" rtl="0" algn="l">
              <a:lnSpc>
                <a:spcPct val="248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302257" lvl="1" marL="604515" marR="0" rtl="0" algn="l">
              <a:lnSpc>
                <a:spcPct val="160021"/>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We are building a hybrid recommendation system that combines collaborative filtering (based on user ratings and behavior) with content-based filtering (based on recipe features like ingredients and nutrition).</a:t>
            </a:r>
            <a:endParaRPr/>
          </a:p>
          <a:p>
            <a:pPr indent="-302257" lvl="1" marL="604515" marR="0" rtl="0" algn="l">
              <a:lnSpc>
                <a:spcPct val="160021"/>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This combination helps overcome individual limitations—collaborative filtering handles personalization but struggles with new users, while content-based filtering works without user data but may lack variety.</a:t>
            </a:r>
            <a:endParaRPr/>
          </a:p>
          <a:p>
            <a:pPr indent="-302257" lvl="1" marL="604515" marR="0" rtl="0" algn="l">
              <a:lnSpc>
                <a:spcPct val="160021"/>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By analyzing user preferences and matching them with similar recipes using techniques like cosine similarity, the system delivers more accurate, diverse, and personalized recommendations</a:t>
            </a:r>
            <a:endParaRPr/>
          </a:p>
          <a:p>
            <a:pPr indent="0" lvl="0" marL="0" marR="0" rtl="0" algn="l">
              <a:lnSpc>
                <a:spcPct val="160021"/>
              </a:lnSpc>
              <a:spcBef>
                <a:spcPts val="0"/>
              </a:spcBef>
              <a:spcAft>
                <a:spcPts val="0"/>
              </a:spcAft>
              <a:buNone/>
            </a:pPr>
            <a:r>
              <a:t/>
            </a:r>
            <a:endParaRPr b="0" i="0" sz="2799"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6667" l="0" r="0" t="-16667"/>
            </a:stretch>
          </a:blipFill>
          <a:ln>
            <a:noFill/>
          </a:ln>
        </p:spPr>
      </p:sp>
      <p:grpSp>
        <p:nvGrpSpPr>
          <p:cNvPr id="154" name="Google Shape;154;p6"/>
          <p:cNvGrpSpPr/>
          <p:nvPr/>
        </p:nvGrpSpPr>
        <p:grpSpPr>
          <a:xfrm rot="-5400000">
            <a:off x="1702668" y="8728126"/>
            <a:ext cx="146488" cy="1856076"/>
            <a:chOff x="0" y="-47625"/>
            <a:chExt cx="38581" cy="488843"/>
          </a:xfrm>
        </p:grpSpPr>
        <p:sp>
          <p:nvSpPr>
            <p:cNvPr id="155" name="Google Shape;155;p6"/>
            <p:cNvSpPr/>
            <p:nvPr/>
          </p:nvSpPr>
          <p:spPr>
            <a:xfrm>
              <a:off x="0" y="0"/>
              <a:ext cx="38581" cy="441218"/>
            </a:xfrm>
            <a:custGeom>
              <a:rect b="b" l="l" r="r" t="t"/>
              <a:pathLst>
                <a:path extrusionOk="0" h="441218" w="38581">
                  <a:moveTo>
                    <a:pt x="0" y="0"/>
                  </a:moveTo>
                  <a:lnTo>
                    <a:pt x="38581" y="0"/>
                  </a:lnTo>
                  <a:lnTo>
                    <a:pt x="38581" y="441218"/>
                  </a:lnTo>
                  <a:lnTo>
                    <a:pt x="0" y="441218"/>
                  </a:lnTo>
                  <a:close/>
                </a:path>
              </a:pathLst>
            </a:custGeom>
            <a:solidFill>
              <a:srgbClr val="574874"/>
            </a:solidFill>
            <a:ln>
              <a:noFill/>
            </a:ln>
          </p:spPr>
        </p:sp>
        <p:sp>
          <p:nvSpPr>
            <p:cNvPr id="156" name="Google Shape;156;p6"/>
            <p:cNvSpPr txBox="1"/>
            <p:nvPr/>
          </p:nvSpPr>
          <p:spPr>
            <a:xfrm>
              <a:off x="0" y="-47625"/>
              <a:ext cx="38581" cy="48884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7" name="Google Shape;157;p6"/>
          <p:cNvSpPr txBox="1"/>
          <p:nvPr/>
        </p:nvSpPr>
        <p:spPr>
          <a:xfrm>
            <a:off x="821465" y="299752"/>
            <a:ext cx="13050230" cy="110117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6460" u="none" cap="none" strike="noStrike">
                <a:solidFill>
                  <a:srgbClr val="000000"/>
                </a:solidFill>
                <a:latin typeface="League Spartan"/>
                <a:ea typeface="League Spartan"/>
                <a:cs typeface="League Spartan"/>
                <a:sym typeface="League Spartan"/>
              </a:rPr>
              <a:t>APPROACH &amp; TECH-STACK</a:t>
            </a:r>
            <a:endParaRPr/>
          </a:p>
        </p:txBody>
      </p:sp>
      <p:sp>
        <p:nvSpPr>
          <p:cNvPr id="158" name="Google Shape;158;p6"/>
          <p:cNvSpPr txBox="1"/>
          <p:nvPr/>
        </p:nvSpPr>
        <p:spPr>
          <a:xfrm>
            <a:off x="531386" y="1721057"/>
            <a:ext cx="8881093" cy="9237600"/>
          </a:xfrm>
          <a:prstGeom prst="rect">
            <a:avLst/>
          </a:prstGeom>
          <a:noFill/>
          <a:ln>
            <a:noFill/>
          </a:ln>
        </p:spPr>
        <p:txBody>
          <a:bodyPr anchorCtr="0" anchor="t" bIns="0" lIns="0" spcFirstLastPara="1" rIns="0" wrap="square" tIns="0">
            <a:spAutoFit/>
          </a:bodyPr>
          <a:lstStyle/>
          <a:p>
            <a:pPr indent="-280668" lvl="1" marL="561336" marR="0" rtl="0" algn="l">
              <a:lnSpc>
                <a:spcPct val="158022"/>
              </a:lnSpc>
              <a:spcBef>
                <a:spcPts val="0"/>
              </a:spcBef>
              <a:spcAft>
                <a:spcPts val="0"/>
              </a:spcAft>
              <a:buClr>
                <a:srgbClr val="000000"/>
              </a:buClr>
              <a:buSzPts val="2599"/>
              <a:buFont typeface="Arial"/>
              <a:buChar char="•"/>
            </a:pPr>
            <a:r>
              <a:rPr b="0" i="0" lang="en-US" sz="2599" u="none" cap="none" strike="noStrike">
                <a:solidFill>
                  <a:srgbClr val="000000"/>
                </a:solidFill>
                <a:latin typeface="Arial"/>
                <a:ea typeface="Arial"/>
                <a:cs typeface="Arial"/>
                <a:sym typeface="Arial"/>
              </a:rPr>
              <a:t>Our approach follows a structured pipeline:</a:t>
            </a:r>
            <a:endParaRPr/>
          </a:p>
          <a:p>
            <a:pPr indent="-280668" lvl="1" marL="561336" marR="0" rtl="0" algn="l">
              <a:lnSpc>
                <a:spcPct val="158022"/>
              </a:lnSpc>
              <a:spcBef>
                <a:spcPts val="0"/>
              </a:spcBef>
              <a:spcAft>
                <a:spcPts val="0"/>
              </a:spcAft>
              <a:buClr>
                <a:srgbClr val="000000"/>
              </a:buClr>
              <a:buSzPts val="2599"/>
              <a:buFont typeface="Arial"/>
              <a:buChar char="•"/>
            </a:pPr>
            <a:r>
              <a:rPr b="0" i="0" lang="en-US" sz="2599" u="none" cap="none" strike="noStrike">
                <a:solidFill>
                  <a:srgbClr val="000000"/>
                </a:solidFill>
                <a:latin typeface="Arial"/>
                <a:ea typeface="Arial"/>
                <a:cs typeface="Arial"/>
                <a:sym typeface="Arial"/>
              </a:rPr>
              <a:t>Data Cleaning – Handling missing values, fixing column names, and removing duplicates</a:t>
            </a:r>
            <a:endParaRPr/>
          </a:p>
          <a:p>
            <a:pPr indent="-280668" lvl="1" marL="561336" marR="0" rtl="0" algn="l">
              <a:lnSpc>
                <a:spcPct val="158022"/>
              </a:lnSpc>
              <a:spcBef>
                <a:spcPts val="0"/>
              </a:spcBef>
              <a:spcAft>
                <a:spcPts val="0"/>
              </a:spcAft>
              <a:buClr>
                <a:srgbClr val="000000"/>
              </a:buClr>
              <a:buSzPts val="2599"/>
              <a:buFont typeface="Arial"/>
              <a:buChar char="•"/>
            </a:pPr>
            <a:r>
              <a:rPr b="0" i="0" lang="en-US" sz="2599" u="none" cap="none" strike="noStrike">
                <a:solidFill>
                  <a:srgbClr val="000000"/>
                </a:solidFill>
                <a:latin typeface="Arial"/>
                <a:ea typeface="Arial"/>
                <a:cs typeface="Arial"/>
                <a:sym typeface="Arial"/>
              </a:rPr>
              <a:t>Exploratory Data Analysis (EDA) – Understanding patterns, distributions, and relationships</a:t>
            </a:r>
            <a:endParaRPr/>
          </a:p>
          <a:p>
            <a:pPr indent="-280668" lvl="1" marL="561336" marR="0" rtl="0" algn="l">
              <a:lnSpc>
                <a:spcPct val="158022"/>
              </a:lnSpc>
              <a:spcBef>
                <a:spcPts val="0"/>
              </a:spcBef>
              <a:spcAft>
                <a:spcPts val="0"/>
              </a:spcAft>
              <a:buClr>
                <a:srgbClr val="000000"/>
              </a:buClr>
              <a:buSzPts val="2599"/>
              <a:buFont typeface="Arial"/>
              <a:buChar char="•"/>
            </a:pPr>
            <a:r>
              <a:rPr b="0" i="0" lang="en-US" sz="2599" u="none" cap="none" strike="noStrike">
                <a:solidFill>
                  <a:srgbClr val="000000"/>
                </a:solidFill>
                <a:latin typeface="Arial"/>
                <a:ea typeface="Arial"/>
                <a:cs typeface="Arial"/>
                <a:sym typeface="Arial"/>
              </a:rPr>
              <a:t>Data Merging – Combining recipes and reviews using recipeid</a:t>
            </a:r>
            <a:endParaRPr/>
          </a:p>
          <a:p>
            <a:pPr indent="-280668" lvl="1" marL="561336" marR="0" rtl="0" algn="l">
              <a:lnSpc>
                <a:spcPct val="158022"/>
              </a:lnSpc>
              <a:spcBef>
                <a:spcPts val="0"/>
              </a:spcBef>
              <a:spcAft>
                <a:spcPts val="0"/>
              </a:spcAft>
              <a:buClr>
                <a:srgbClr val="000000"/>
              </a:buClr>
              <a:buSzPts val="2599"/>
              <a:buFont typeface="Arial"/>
              <a:buChar char="•"/>
            </a:pPr>
            <a:r>
              <a:rPr b="0" i="0" lang="en-US" sz="2599" u="none" cap="none" strike="noStrike">
                <a:solidFill>
                  <a:srgbClr val="000000"/>
                </a:solidFill>
                <a:latin typeface="Arial"/>
                <a:ea typeface="Arial"/>
                <a:cs typeface="Arial"/>
                <a:sym typeface="Arial"/>
              </a:rPr>
              <a:t>Feature Engineering – Creating useful features such as average rating, popularity, and ingredient vectors</a:t>
            </a:r>
            <a:endParaRPr/>
          </a:p>
          <a:p>
            <a:pPr indent="-280668" lvl="1" marL="561336" marR="0" rtl="0" algn="l">
              <a:lnSpc>
                <a:spcPct val="158022"/>
              </a:lnSpc>
              <a:spcBef>
                <a:spcPts val="0"/>
              </a:spcBef>
              <a:spcAft>
                <a:spcPts val="0"/>
              </a:spcAft>
              <a:buClr>
                <a:srgbClr val="000000"/>
              </a:buClr>
              <a:buSzPts val="2599"/>
              <a:buFont typeface="Arial"/>
              <a:buChar char="•"/>
            </a:pPr>
            <a:r>
              <a:rPr b="0" i="0" lang="en-US" sz="2599" u="none" cap="none" strike="noStrike">
                <a:solidFill>
                  <a:srgbClr val="000000"/>
                </a:solidFill>
                <a:latin typeface="Arial"/>
                <a:ea typeface="Arial"/>
                <a:cs typeface="Arial"/>
                <a:sym typeface="Arial"/>
              </a:rPr>
              <a:t>Model Building – Applying recommendation algorithms</a:t>
            </a:r>
            <a:endParaRPr/>
          </a:p>
          <a:p>
            <a:pPr indent="-280668" lvl="1" marL="561336" marR="0" rtl="0" algn="l">
              <a:lnSpc>
                <a:spcPct val="158022"/>
              </a:lnSpc>
              <a:spcBef>
                <a:spcPts val="0"/>
              </a:spcBef>
              <a:spcAft>
                <a:spcPts val="0"/>
              </a:spcAft>
              <a:buClr>
                <a:srgbClr val="000000"/>
              </a:buClr>
              <a:buSzPts val="2599"/>
              <a:buFont typeface="Arial"/>
              <a:buChar char="•"/>
            </a:pPr>
            <a:r>
              <a:rPr b="0" i="0" lang="en-US" sz="2599" u="none" cap="none" strike="noStrike">
                <a:solidFill>
                  <a:srgbClr val="000000"/>
                </a:solidFill>
                <a:latin typeface="Arial"/>
                <a:ea typeface="Arial"/>
                <a:cs typeface="Arial"/>
                <a:sym typeface="Arial"/>
              </a:rPr>
              <a:t>Data is cleaned, analyzed, and merged, then key features are created. Finally, models like cosine similarity and matrix factorization generate accurate recommendations.</a:t>
            </a:r>
            <a:endParaRPr/>
          </a:p>
          <a:p>
            <a:pPr indent="0" lvl="0" marL="0" marR="0" rtl="0" algn="l">
              <a:lnSpc>
                <a:spcPct val="158022"/>
              </a:lnSpc>
              <a:spcBef>
                <a:spcPts val="0"/>
              </a:spcBef>
              <a:spcAft>
                <a:spcPts val="0"/>
              </a:spcAft>
              <a:buNone/>
            </a:pPr>
            <a:r>
              <a:t/>
            </a:r>
            <a:endParaRPr b="0" i="0" sz="2599" u="none" cap="none" strike="noStrike">
              <a:solidFill>
                <a:srgbClr val="000000"/>
              </a:solidFill>
              <a:latin typeface="Arial"/>
              <a:ea typeface="Arial"/>
              <a:cs typeface="Arial"/>
              <a:sym typeface="Arial"/>
            </a:endParaRPr>
          </a:p>
          <a:p>
            <a:pPr indent="0" lvl="0" marL="0" marR="0" rtl="0" algn="l">
              <a:lnSpc>
                <a:spcPct val="158022"/>
              </a:lnSpc>
              <a:spcBef>
                <a:spcPts val="0"/>
              </a:spcBef>
              <a:spcAft>
                <a:spcPts val="0"/>
              </a:spcAft>
              <a:buNone/>
            </a:pPr>
            <a:r>
              <a:t/>
            </a:r>
            <a:endParaRPr b="0" i="0" sz="2599" u="none" cap="none" strike="noStrike">
              <a:solidFill>
                <a:srgbClr val="000000"/>
              </a:solidFill>
              <a:latin typeface="Arial"/>
              <a:ea typeface="Arial"/>
              <a:cs typeface="Arial"/>
              <a:sym typeface="Arial"/>
            </a:endParaRPr>
          </a:p>
          <a:p>
            <a:pPr indent="0" lvl="0" marL="0" marR="0" rtl="0" algn="l">
              <a:lnSpc>
                <a:spcPct val="158022"/>
              </a:lnSpc>
              <a:spcBef>
                <a:spcPts val="0"/>
              </a:spcBef>
              <a:spcAft>
                <a:spcPts val="0"/>
              </a:spcAft>
              <a:buNone/>
            </a:pPr>
            <a:r>
              <a:t/>
            </a:r>
            <a:endParaRPr b="0" i="0" sz="2599" u="none" cap="none" strike="noStrike">
              <a:solidFill>
                <a:srgbClr val="000000"/>
              </a:solidFill>
              <a:latin typeface="Arial"/>
              <a:ea typeface="Arial"/>
              <a:cs typeface="Arial"/>
              <a:sym typeface="Arial"/>
            </a:endParaRPr>
          </a:p>
        </p:txBody>
      </p:sp>
      <p:sp>
        <p:nvSpPr>
          <p:cNvPr id="159" name="Google Shape;159;p6"/>
          <p:cNvSpPr txBox="1"/>
          <p:nvPr/>
        </p:nvSpPr>
        <p:spPr>
          <a:xfrm>
            <a:off x="10090693" y="1858186"/>
            <a:ext cx="6936738" cy="6805980"/>
          </a:xfrm>
          <a:prstGeom prst="rect">
            <a:avLst/>
          </a:prstGeom>
          <a:noFill/>
          <a:ln>
            <a:noFill/>
          </a:ln>
        </p:spPr>
        <p:txBody>
          <a:bodyPr anchorCtr="0" anchor="t" bIns="0" lIns="0" spcFirstLastPara="1" rIns="0" wrap="square" tIns="0">
            <a:spAutoFit/>
          </a:bodyPr>
          <a:lstStyle/>
          <a:p>
            <a:pPr indent="-372032" lvl="1" marL="744063" marR="0" rtl="0" algn="l">
              <a:lnSpc>
                <a:spcPct val="158009"/>
              </a:lnSpc>
              <a:spcBef>
                <a:spcPts val="0"/>
              </a:spcBef>
              <a:spcAft>
                <a:spcPts val="0"/>
              </a:spcAft>
              <a:buClr>
                <a:srgbClr val="000000"/>
              </a:buClr>
              <a:buSzPts val="3446"/>
              <a:buFont typeface="Arial"/>
              <a:buChar char="•"/>
            </a:pPr>
            <a:r>
              <a:rPr b="1" i="0" lang="en-US" sz="3446" u="none" cap="none" strike="noStrike">
                <a:solidFill>
                  <a:srgbClr val="000000"/>
                </a:solidFill>
                <a:latin typeface="Arial"/>
                <a:ea typeface="Arial"/>
                <a:cs typeface="Arial"/>
                <a:sym typeface="Arial"/>
              </a:rPr>
              <a:t>Jupyter Notebook</a:t>
            </a:r>
            <a:endParaRPr/>
          </a:p>
          <a:p>
            <a:pPr indent="-372032" lvl="1" marL="744063" marR="0" rtl="0" algn="l">
              <a:lnSpc>
                <a:spcPct val="158009"/>
              </a:lnSpc>
              <a:spcBef>
                <a:spcPts val="0"/>
              </a:spcBef>
              <a:spcAft>
                <a:spcPts val="0"/>
              </a:spcAft>
              <a:buClr>
                <a:srgbClr val="000000"/>
              </a:buClr>
              <a:buSzPts val="3446"/>
              <a:buFont typeface="Arial"/>
              <a:buChar char="•"/>
            </a:pPr>
            <a:r>
              <a:rPr b="1" i="0" lang="en-US" sz="3446" u="none" cap="none" strike="noStrike">
                <a:solidFill>
                  <a:srgbClr val="000000"/>
                </a:solidFill>
                <a:latin typeface="Arial"/>
                <a:ea typeface="Arial"/>
                <a:cs typeface="Arial"/>
                <a:sym typeface="Arial"/>
              </a:rPr>
              <a:t>Python  &amp; Libraries</a:t>
            </a:r>
            <a:r>
              <a:rPr b="0" i="0" lang="en-US" sz="3446" u="none" cap="none" strike="noStrike">
                <a:solidFill>
                  <a:srgbClr val="000000"/>
                </a:solidFill>
                <a:latin typeface="Arial"/>
                <a:ea typeface="Arial"/>
                <a:cs typeface="Arial"/>
                <a:sym typeface="Arial"/>
              </a:rPr>
              <a:t> :</a:t>
            </a:r>
            <a:endParaRPr/>
          </a:p>
          <a:p>
            <a:pPr indent="-328853" lvl="1" marL="657705" marR="0" rtl="0" algn="l">
              <a:lnSpc>
                <a:spcPct val="158010"/>
              </a:lnSpc>
              <a:spcBef>
                <a:spcPts val="0"/>
              </a:spcBef>
              <a:spcAft>
                <a:spcPts val="0"/>
              </a:spcAft>
              <a:buClr>
                <a:srgbClr val="000000"/>
              </a:buClr>
              <a:buSzPts val="3046"/>
              <a:buFont typeface="Arial"/>
              <a:buChar char="•"/>
            </a:pPr>
            <a:r>
              <a:rPr b="0" i="0" lang="en-US" sz="3046" u="none" cap="none" strike="noStrike">
                <a:solidFill>
                  <a:srgbClr val="000000"/>
                </a:solidFill>
                <a:latin typeface="Arial"/>
                <a:ea typeface="Arial"/>
                <a:cs typeface="Arial"/>
                <a:sym typeface="Arial"/>
              </a:rPr>
              <a:t>Pandas → Data handling and manipulation</a:t>
            </a:r>
            <a:endParaRPr/>
          </a:p>
          <a:p>
            <a:pPr indent="-285674" lvl="1" marL="571348" marR="0" rtl="0" algn="l">
              <a:lnSpc>
                <a:spcPct val="158012"/>
              </a:lnSpc>
              <a:spcBef>
                <a:spcPts val="0"/>
              </a:spcBef>
              <a:spcAft>
                <a:spcPts val="0"/>
              </a:spcAft>
              <a:buClr>
                <a:srgbClr val="000000"/>
              </a:buClr>
              <a:buSzPts val="2646"/>
              <a:buFont typeface="Arial"/>
              <a:buChar char="•"/>
            </a:pPr>
            <a:r>
              <a:rPr b="0" i="0" lang="en-US" sz="2646" u="none" cap="none" strike="noStrike">
                <a:solidFill>
                  <a:srgbClr val="000000"/>
                </a:solidFill>
                <a:latin typeface="Arial"/>
                <a:ea typeface="Arial"/>
                <a:cs typeface="Arial"/>
                <a:sym typeface="Arial"/>
              </a:rPr>
              <a:t>NumPy → Numerical computations</a:t>
            </a:r>
            <a:endParaRPr/>
          </a:p>
          <a:p>
            <a:pPr indent="-328853" lvl="1" marL="657705" marR="0" rtl="0" algn="l">
              <a:lnSpc>
                <a:spcPct val="158010"/>
              </a:lnSpc>
              <a:spcBef>
                <a:spcPts val="0"/>
              </a:spcBef>
              <a:spcAft>
                <a:spcPts val="0"/>
              </a:spcAft>
              <a:buClr>
                <a:srgbClr val="000000"/>
              </a:buClr>
              <a:buSzPts val="3046"/>
              <a:buFont typeface="Arial"/>
              <a:buChar char="•"/>
            </a:pPr>
            <a:r>
              <a:rPr b="0" i="0" lang="en-US" sz="3046" u="none" cap="none" strike="noStrike">
                <a:solidFill>
                  <a:srgbClr val="000000"/>
                </a:solidFill>
                <a:latin typeface="Arial"/>
                <a:ea typeface="Arial"/>
                <a:cs typeface="Arial"/>
                <a:sym typeface="Arial"/>
              </a:rPr>
              <a:t>Matplotlib → Basic visualization</a:t>
            </a:r>
            <a:endParaRPr/>
          </a:p>
          <a:p>
            <a:pPr indent="-328853" lvl="1" marL="657705" marR="0" rtl="0" algn="l">
              <a:lnSpc>
                <a:spcPct val="158010"/>
              </a:lnSpc>
              <a:spcBef>
                <a:spcPts val="0"/>
              </a:spcBef>
              <a:spcAft>
                <a:spcPts val="0"/>
              </a:spcAft>
              <a:buClr>
                <a:srgbClr val="000000"/>
              </a:buClr>
              <a:buSzPts val="3046"/>
              <a:buFont typeface="Arial"/>
              <a:buChar char="•"/>
            </a:pPr>
            <a:r>
              <a:rPr b="0" i="0" lang="en-US" sz="3046" u="none" cap="none" strike="noStrike">
                <a:solidFill>
                  <a:srgbClr val="000000"/>
                </a:solidFill>
                <a:latin typeface="Arial"/>
                <a:ea typeface="Arial"/>
                <a:cs typeface="Arial"/>
                <a:sym typeface="Arial"/>
              </a:rPr>
              <a:t>Seaborn → Advanced visualization</a:t>
            </a:r>
            <a:endParaRPr/>
          </a:p>
          <a:p>
            <a:pPr indent="-328853" lvl="1" marL="657705" marR="0" rtl="0" algn="l">
              <a:lnSpc>
                <a:spcPct val="158010"/>
              </a:lnSpc>
              <a:spcBef>
                <a:spcPts val="0"/>
              </a:spcBef>
              <a:spcAft>
                <a:spcPts val="0"/>
              </a:spcAft>
              <a:buClr>
                <a:srgbClr val="000000"/>
              </a:buClr>
              <a:buSzPts val="3046"/>
              <a:buFont typeface="Arial"/>
              <a:buChar char="•"/>
            </a:pPr>
            <a:r>
              <a:rPr b="0" i="0" lang="en-US" sz="3046" u="none" cap="none" strike="noStrike">
                <a:solidFill>
                  <a:srgbClr val="000000"/>
                </a:solidFill>
                <a:latin typeface="Arial"/>
                <a:ea typeface="Arial"/>
                <a:cs typeface="Arial"/>
                <a:sym typeface="Arial"/>
              </a:rPr>
              <a:t>Scikit-learn → Machine learning models</a:t>
            </a:r>
            <a:endParaRPr/>
          </a:p>
          <a:p>
            <a:pPr indent="0" lvl="0" marL="0" marR="0" rtl="0" algn="l">
              <a:lnSpc>
                <a:spcPct val="178759"/>
              </a:lnSpc>
              <a:spcBef>
                <a:spcPts val="0"/>
              </a:spcBef>
              <a:spcAft>
                <a:spcPts val="0"/>
              </a:spcAft>
              <a:buNone/>
            </a:pPr>
            <a:r>
              <a:t/>
            </a:r>
            <a:endParaRPr b="0" i="0" sz="3046"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6667" l="0" r="0" t="-16667"/>
            </a:stretch>
          </a:blipFill>
          <a:ln>
            <a:noFill/>
          </a:ln>
        </p:spPr>
      </p:sp>
      <p:grpSp>
        <p:nvGrpSpPr>
          <p:cNvPr id="165" name="Google Shape;165;p7"/>
          <p:cNvGrpSpPr/>
          <p:nvPr/>
        </p:nvGrpSpPr>
        <p:grpSpPr>
          <a:xfrm rot="-5400000">
            <a:off x="1702668" y="8728126"/>
            <a:ext cx="146488" cy="1856076"/>
            <a:chOff x="0" y="-47625"/>
            <a:chExt cx="38581" cy="488843"/>
          </a:xfrm>
        </p:grpSpPr>
        <p:sp>
          <p:nvSpPr>
            <p:cNvPr id="166" name="Google Shape;166;p7"/>
            <p:cNvSpPr/>
            <p:nvPr/>
          </p:nvSpPr>
          <p:spPr>
            <a:xfrm>
              <a:off x="0" y="0"/>
              <a:ext cx="38581" cy="441218"/>
            </a:xfrm>
            <a:custGeom>
              <a:rect b="b" l="l" r="r" t="t"/>
              <a:pathLst>
                <a:path extrusionOk="0" h="441218" w="38581">
                  <a:moveTo>
                    <a:pt x="0" y="0"/>
                  </a:moveTo>
                  <a:lnTo>
                    <a:pt x="38581" y="0"/>
                  </a:lnTo>
                  <a:lnTo>
                    <a:pt x="38581" y="441218"/>
                  </a:lnTo>
                  <a:lnTo>
                    <a:pt x="0" y="441218"/>
                  </a:lnTo>
                  <a:close/>
                </a:path>
              </a:pathLst>
            </a:custGeom>
            <a:solidFill>
              <a:srgbClr val="574874"/>
            </a:solidFill>
            <a:ln>
              <a:noFill/>
            </a:ln>
          </p:spPr>
        </p:sp>
        <p:sp>
          <p:nvSpPr>
            <p:cNvPr id="167" name="Google Shape;167;p7"/>
            <p:cNvSpPr txBox="1"/>
            <p:nvPr/>
          </p:nvSpPr>
          <p:spPr>
            <a:xfrm>
              <a:off x="0" y="-47625"/>
              <a:ext cx="38581" cy="48884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8" name="Google Shape;168;p7"/>
          <p:cNvSpPr/>
          <p:nvPr/>
        </p:nvSpPr>
        <p:spPr>
          <a:xfrm>
            <a:off x="5877265" y="1400928"/>
            <a:ext cx="11767113" cy="6721253"/>
          </a:xfrm>
          <a:custGeom>
            <a:rect b="b" l="l" r="r" t="t"/>
            <a:pathLst>
              <a:path extrusionOk="0" h="6721253" w="11767113">
                <a:moveTo>
                  <a:pt x="0" y="0"/>
                </a:moveTo>
                <a:lnTo>
                  <a:pt x="11767113" y="0"/>
                </a:lnTo>
                <a:lnTo>
                  <a:pt x="11767113" y="6721253"/>
                </a:lnTo>
                <a:lnTo>
                  <a:pt x="0" y="6721253"/>
                </a:lnTo>
                <a:lnTo>
                  <a:pt x="0" y="0"/>
                </a:lnTo>
                <a:close/>
              </a:path>
            </a:pathLst>
          </a:custGeom>
          <a:blipFill rotWithShape="1">
            <a:blip r:embed="rId4">
              <a:alphaModFix/>
            </a:blip>
            <a:stretch>
              <a:fillRect b="-911" l="0" r="-1148" t="-911"/>
            </a:stretch>
          </a:blipFill>
          <a:ln>
            <a:noFill/>
          </a:ln>
        </p:spPr>
      </p:sp>
      <p:sp>
        <p:nvSpPr>
          <p:cNvPr id="169" name="Google Shape;169;p7"/>
          <p:cNvSpPr txBox="1"/>
          <p:nvPr/>
        </p:nvSpPr>
        <p:spPr>
          <a:xfrm>
            <a:off x="821465" y="299752"/>
            <a:ext cx="13050230" cy="110117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6460" u="none" cap="none" strike="noStrike">
                <a:solidFill>
                  <a:srgbClr val="000000"/>
                </a:solidFill>
                <a:latin typeface="League Spartan"/>
                <a:ea typeface="League Spartan"/>
                <a:cs typeface="League Spartan"/>
                <a:sym typeface="League Spartan"/>
              </a:rPr>
              <a:t>OUTPUT  &amp; SCREENSHOTS</a:t>
            </a:r>
            <a:endParaRPr/>
          </a:p>
        </p:txBody>
      </p:sp>
      <p:sp>
        <p:nvSpPr>
          <p:cNvPr id="170" name="Google Shape;170;p7"/>
          <p:cNvSpPr txBox="1"/>
          <p:nvPr/>
        </p:nvSpPr>
        <p:spPr>
          <a:xfrm>
            <a:off x="821465" y="1334253"/>
            <a:ext cx="7562199" cy="1650999"/>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3600" u="none" cap="none" strike="noStrike">
                <a:solidFill>
                  <a:srgbClr val="000000"/>
                </a:solidFill>
                <a:latin typeface="Arial"/>
                <a:ea typeface="Arial"/>
                <a:cs typeface="Arial"/>
                <a:sym typeface="Arial"/>
              </a:rPr>
              <a:t>Two Files:</a:t>
            </a:r>
            <a:endParaRPr/>
          </a:p>
          <a:p>
            <a:pPr indent="-313061" lvl="1" marL="626122" marR="0" rtl="0" algn="l">
              <a:lnSpc>
                <a:spcPct val="140000"/>
              </a:lnSpc>
              <a:spcBef>
                <a:spcPts val="0"/>
              </a:spcBef>
              <a:spcAft>
                <a:spcPts val="0"/>
              </a:spcAft>
              <a:buClr>
                <a:srgbClr val="000000"/>
              </a:buClr>
              <a:buSzPts val="2900"/>
              <a:buFont typeface="Arial"/>
              <a:buChar char="•"/>
            </a:pPr>
            <a:r>
              <a:rPr b="1" i="0" lang="en-US" sz="2900" u="none" cap="none" strike="noStrike">
                <a:solidFill>
                  <a:srgbClr val="000000"/>
                </a:solidFill>
                <a:latin typeface="Arial"/>
                <a:ea typeface="Arial"/>
                <a:cs typeface="Arial"/>
                <a:sym typeface="Arial"/>
              </a:rPr>
              <a:t>01_data_loading.ipynb</a:t>
            </a:r>
            <a:endParaRPr/>
          </a:p>
          <a:p>
            <a:pPr indent="-313061" lvl="1" marL="626122" marR="0" rtl="0" algn="l">
              <a:lnSpc>
                <a:spcPct val="140000"/>
              </a:lnSpc>
              <a:spcBef>
                <a:spcPts val="0"/>
              </a:spcBef>
              <a:spcAft>
                <a:spcPts val="0"/>
              </a:spcAft>
              <a:buClr>
                <a:srgbClr val="000000"/>
              </a:buClr>
              <a:buSzPts val="2900"/>
              <a:buFont typeface="Arial"/>
              <a:buChar char="•"/>
            </a:pPr>
            <a:r>
              <a:rPr b="1" i="0" lang="en-US" sz="2900" u="none" cap="none" strike="noStrike">
                <a:solidFill>
                  <a:srgbClr val="000000"/>
                </a:solidFill>
                <a:latin typeface="Arial"/>
                <a:ea typeface="Arial"/>
                <a:cs typeface="Arial"/>
                <a:sym typeface="Arial"/>
              </a:rPr>
              <a:t>02_dataset_eda.ipynb</a:t>
            </a:r>
            <a:endParaRPr/>
          </a:p>
        </p:txBody>
      </p:sp>
      <p:sp>
        <p:nvSpPr>
          <p:cNvPr id="171" name="Google Shape;171;p7"/>
          <p:cNvSpPr txBox="1"/>
          <p:nvPr/>
        </p:nvSpPr>
        <p:spPr>
          <a:xfrm>
            <a:off x="821465" y="3223010"/>
            <a:ext cx="7562199" cy="481331"/>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1" i="0" lang="en-US" sz="2799" u="none" cap="none" strike="noStrike">
                <a:solidFill>
                  <a:srgbClr val="000000"/>
                </a:solidFill>
                <a:latin typeface="Arial"/>
                <a:ea typeface="Arial"/>
                <a:cs typeface="Arial"/>
                <a:sym typeface="Arial"/>
              </a:rPr>
              <a:t>SCREENSHOT OF FILE ONE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6667" l="0" r="0" t="-16667"/>
            </a:stretch>
          </a:blipFill>
          <a:ln>
            <a:noFill/>
          </a:ln>
        </p:spPr>
      </p:sp>
      <p:grpSp>
        <p:nvGrpSpPr>
          <p:cNvPr id="177" name="Google Shape;177;p8"/>
          <p:cNvGrpSpPr/>
          <p:nvPr/>
        </p:nvGrpSpPr>
        <p:grpSpPr>
          <a:xfrm rot="-5400000">
            <a:off x="1702668" y="8728126"/>
            <a:ext cx="146488" cy="1856076"/>
            <a:chOff x="0" y="-47625"/>
            <a:chExt cx="38581" cy="488843"/>
          </a:xfrm>
        </p:grpSpPr>
        <p:sp>
          <p:nvSpPr>
            <p:cNvPr id="178" name="Google Shape;178;p8"/>
            <p:cNvSpPr/>
            <p:nvPr/>
          </p:nvSpPr>
          <p:spPr>
            <a:xfrm>
              <a:off x="0" y="0"/>
              <a:ext cx="38581" cy="441218"/>
            </a:xfrm>
            <a:custGeom>
              <a:rect b="b" l="l" r="r" t="t"/>
              <a:pathLst>
                <a:path extrusionOk="0" h="441218" w="38581">
                  <a:moveTo>
                    <a:pt x="0" y="0"/>
                  </a:moveTo>
                  <a:lnTo>
                    <a:pt x="38581" y="0"/>
                  </a:lnTo>
                  <a:lnTo>
                    <a:pt x="38581" y="441218"/>
                  </a:lnTo>
                  <a:lnTo>
                    <a:pt x="0" y="441218"/>
                  </a:lnTo>
                  <a:close/>
                </a:path>
              </a:pathLst>
            </a:custGeom>
            <a:solidFill>
              <a:srgbClr val="574874"/>
            </a:solidFill>
            <a:ln>
              <a:noFill/>
            </a:ln>
          </p:spPr>
        </p:sp>
        <p:sp>
          <p:nvSpPr>
            <p:cNvPr id="179" name="Google Shape;179;p8"/>
            <p:cNvSpPr txBox="1"/>
            <p:nvPr/>
          </p:nvSpPr>
          <p:spPr>
            <a:xfrm>
              <a:off x="0" y="-47625"/>
              <a:ext cx="38581" cy="48884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0" name="Google Shape;180;p8"/>
          <p:cNvSpPr/>
          <p:nvPr/>
        </p:nvSpPr>
        <p:spPr>
          <a:xfrm>
            <a:off x="313555" y="2411846"/>
            <a:ext cx="8500366" cy="5526394"/>
          </a:xfrm>
          <a:custGeom>
            <a:rect b="b" l="l" r="r" t="t"/>
            <a:pathLst>
              <a:path extrusionOk="0" h="5526394" w="8500366">
                <a:moveTo>
                  <a:pt x="0" y="0"/>
                </a:moveTo>
                <a:lnTo>
                  <a:pt x="8500366" y="0"/>
                </a:lnTo>
                <a:lnTo>
                  <a:pt x="8500366" y="5526394"/>
                </a:lnTo>
                <a:lnTo>
                  <a:pt x="0" y="5526394"/>
                </a:lnTo>
                <a:lnTo>
                  <a:pt x="0" y="0"/>
                </a:lnTo>
                <a:close/>
              </a:path>
            </a:pathLst>
          </a:custGeom>
          <a:blipFill rotWithShape="1">
            <a:blip r:embed="rId4">
              <a:alphaModFix/>
            </a:blip>
            <a:stretch>
              <a:fillRect b="0" l="-1767" r="-6363" t="0"/>
            </a:stretch>
          </a:blipFill>
          <a:ln>
            <a:noFill/>
          </a:ln>
        </p:spPr>
      </p:sp>
      <p:sp>
        <p:nvSpPr>
          <p:cNvPr id="181" name="Google Shape;181;p8"/>
          <p:cNvSpPr/>
          <p:nvPr/>
        </p:nvSpPr>
        <p:spPr>
          <a:xfrm>
            <a:off x="9309033" y="2155066"/>
            <a:ext cx="8674979" cy="6039954"/>
          </a:xfrm>
          <a:custGeom>
            <a:rect b="b" l="l" r="r" t="t"/>
            <a:pathLst>
              <a:path extrusionOk="0" h="6039954" w="8674979">
                <a:moveTo>
                  <a:pt x="0" y="0"/>
                </a:moveTo>
                <a:lnTo>
                  <a:pt x="8674980" y="0"/>
                </a:lnTo>
                <a:lnTo>
                  <a:pt x="8674980" y="6039954"/>
                </a:lnTo>
                <a:lnTo>
                  <a:pt x="0" y="6039954"/>
                </a:lnTo>
                <a:lnTo>
                  <a:pt x="0" y="0"/>
                </a:lnTo>
                <a:close/>
              </a:path>
            </a:pathLst>
          </a:custGeom>
          <a:blipFill rotWithShape="1">
            <a:blip r:embed="rId5">
              <a:alphaModFix/>
            </a:blip>
            <a:stretch>
              <a:fillRect b="0" l="0" r="0" t="0"/>
            </a:stretch>
          </a:blipFill>
          <a:ln>
            <a:noFill/>
          </a:ln>
        </p:spPr>
      </p:sp>
      <p:sp>
        <p:nvSpPr>
          <p:cNvPr id="182" name="Google Shape;182;p8"/>
          <p:cNvSpPr txBox="1"/>
          <p:nvPr/>
        </p:nvSpPr>
        <p:spPr>
          <a:xfrm>
            <a:off x="821465" y="299752"/>
            <a:ext cx="13050230" cy="110117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6460" u="none" cap="none" strike="noStrike">
                <a:solidFill>
                  <a:srgbClr val="000000"/>
                </a:solidFill>
                <a:latin typeface="League Spartan"/>
                <a:ea typeface="League Spartan"/>
                <a:cs typeface="League Spartan"/>
                <a:sym typeface="League Spartan"/>
              </a:rPr>
              <a:t>CONTINUES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6667" l="0" r="0" t="-16667"/>
            </a:stretch>
          </a:blipFill>
          <a:ln>
            <a:noFill/>
          </a:ln>
        </p:spPr>
      </p:sp>
      <p:grpSp>
        <p:nvGrpSpPr>
          <p:cNvPr id="188" name="Google Shape;188;p9"/>
          <p:cNvGrpSpPr/>
          <p:nvPr/>
        </p:nvGrpSpPr>
        <p:grpSpPr>
          <a:xfrm rot="-5400000">
            <a:off x="1702668" y="8728126"/>
            <a:ext cx="146488" cy="1856076"/>
            <a:chOff x="0" y="-47625"/>
            <a:chExt cx="38581" cy="488843"/>
          </a:xfrm>
        </p:grpSpPr>
        <p:sp>
          <p:nvSpPr>
            <p:cNvPr id="189" name="Google Shape;189;p9"/>
            <p:cNvSpPr/>
            <p:nvPr/>
          </p:nvSpPr>
          <p:spPr>
            <a:xfrm>
              <a:off x="0" y="0"/>
              <a:ext cx="38581" cy="441218"/>
            </a:xfrm>
            <a:custGeom>
              <a:rect b="b" l="l" r="r" t="t"/>
              <a:pathLst>
                <a:path extrusionOk="0" h="441218" w="38581">
                  <a:moveTo>
                    <a:pt x="0" y="0"/>
                  </a:moveTo>
                  <a:lnTo>
                    <a:pt x="38581" y="0"/>
                  </a:lnTo>
                  <a:lnTo>
                    <a:pt x="38581" y="441218"/>
                  </a:lnTo>
                  <a:lnTo>
                    <a:pt x="0" y="441218"/>
                  </a:lnTo>
                  <a:close/>
                </a:path>
              </a:pathLst>
            </a:custGeom>
            <a:solidFill>
              <a:srgbClr val="574874"/>
            </a:solidFill>
            <a:ln>
              <a:noFill/>
            </a:ln>
          </p:spPr>
        </p:sp>
        <p:sp>
          <p:nvSpPr>
            <p:cNvPr id="190" name="Google Shape;190;p9"/>
            <p:cNvSpPr txBox="1"/>
            <p:nvPr/>
          </p:nvSpPr>
          <p:spPr>
            <a:xfrm>
              <a:off x="0" y="-47625"/>
              <a:ext cx="38581" cy="48884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1" name="Google Shape;191;p9"/>
          <p:cNvSpPr/>
          <p:nvPr/>
        </p:nvSpPr>
        <p:spPr>
          <a:xfrm>
            <a:off x="1225472" y="1612579"/>
            <a:ext cx="7918528" cy="7645721"/>
          </a:xfrm>
          <a:custGeom>
            <a:rect b="b" l="l" r="r" t="t"/>
            <a:pathLst>
              <a:path extrusionOk="0" h="7645721" w="7918528">
                <a:moveTo>
                  <a:pt x="0" y="0"/>
                </a:moveTo>
                <a:lnTo>
                  <a:pt x="7918528" y="0"/>
                </a:lnTo>
                <a:lnTo>
                  <a:pt x="7918528" y="7645721"/>
                </a:lnTo>
                <a:lnTo>
                  <a:pt x="0" y="7645721"/>
                </a:lnTo>
                <a:lnTo>
                  <a:pt x="0" y="0"/>
                </a:lnTo>
                <a:close/>
              </a:path>
            </a:pathLst>
          </a:custGeom>
          <a:blipFill rotWithShape="1">
            <a:blip r:embed="rId4">
              <a:alphaModFix/>
            </a:blip>
            <a:stretch>
              <a:fillRect b="0" l="0" r="-38183" t="0"/>
            </a:stretch>
          </a:blipFill>
          <a:ln>
            <a:noFill/>
          </a:ln>
        </p:spPr>
      </p:sp>
      <p:sp>
        <p:nvSpPr>
          <p:cNvPr id="192" name="Google Shape;192;p9"/>
          <p:cNvSpPr/>
          <p:nvPr/>
        </p:nvSpPr>
        <p:spPr>
          <a:xfrm>
            <a:off x="9391679" y="1612579"/>
            <a:ext cx="8715788" cy="7645721"/>
          </a:xfrm>
          <a:custGeom>
            <a:rect b="b" l="l" r="r" t="t"/>
            <a:pathLst>
              <a:path extrusionOk="0" h="7645721" w="8715788">
                <a:moveTo>
                  <a:pt x="0" y="0"/>
                </a:moveTo>
                <a:lnTo>
                  <a:pt x="8715788" y="0"/>
                </a:lnTo>
                <a:lnTo>
                  <a:pt x="8715788" y="7645721"/>
                </a:lnTo>
                <a:lnTo>
                  <a:pt x="0" y="7645721"/>
                </a:lnTo>
                <a:lnTo>
                  <a:pt x="0" y="0"/>
                </a:lnTo>
                <a:close/>
              </a:path>
            </a:pathLst>
          </a:custGeom>
          <a:blipFill rotWithShape="1">
            <a:blip r:embed="rId5">
              <a:alphaModFix/>
            </a:blip>
            <a:stretch>
              <a:fillRect b="0" l="-5636" r="-48950" t="-5072"/>
            </a:stretch>
          </a:blipFill>
          <a:ln>
            <a:noFill/>
          </a:ln>
        </p:spPr>
      </p:sp>
      <p:sp>
        <p:nvSpPr>
          <p:cNvPr id="193" name="Google Shape;193;p9"/>
          <p:cNvSpPr txBox="1"/>
          <p:nvPr/>
        </p:nvSpPr>
        <p:spPr>
          <a:xfrm>
            <a:off x="821465" y="299752"/>
            <a:ext cx="13050230" cy="110117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6460" u="none" cap="none" strike="noStrike">
                <a:solidFill>
                  <a:srgbClr val="000000"/>
                </a:solidFill>
                <a:latin typeface="League Spartan"/>
                <a:ea typeface="League Spartan"/>
                <a:cs typeface="League Spartan"/>
                <a:sym typeface="League Spartan"/>
              </a:rPr>
              <a:t>CONTINUES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6667" l="0" r="0" t="-16667"/>
            </a:stretch>
          </a:blipFill>
          <a:ln>
            <a:noFill/>
          </a:ln>
        </p:spPr>
      </p:sp>
      <p:grpSp>
        <p:nvGrpSpPr>
          <p:cNvPr id="199" name="Google Shape;199;p10"/>
          <p:cNvGrpSpPr/>
          <p:nvPr/>
        </p:nvGrpSpPr>
        <p:grpSpPr>
          <a:xfrm rot="-5400000">
            <a:off x="1702668" y="8728126"/>
            <a:ext cx="146488" cy="1856076"/>
            <a:chOff x="0" y="-47625"/>
            <a:chExt cx="38581" cy="488843"/>
          </a:xfrm>
        </p:grpSpPr>
        <p:sp>
          <p:nvSpPr>
            <p:cNvPr id="200" name="Google Shape;200;p10"/>
            <p:cNvSpPr/>
            <p:nvPr/>
          </p:nvSpPr>
          <p:spPr>
            <a:xfrm>
              <a:off x="0" y="0"/>
              <a:ext cx="38581" cy="441218"/>
            </a:xfrm>
            <a:custGeom>
              <a:rect b="b" l="l" r="r" t="t"/>
              <a:pathLst>
                <a:path extrusionOk="0" h="441218" w="38581">
                  <a:moveTo>
                    <a:pt x="0" y="0"/>
                  </a:moveTo>
                  <a:lnTo>
                    <a:pt x="38581" y="0"/>
                  </a:lnTo>
                  <a:lnTo>
                    <a:pt x="38581" y="441218"/>
                  </a:lnTo>
                  <a:lnTo>
                    <a:pt x="0" y="441218"/>
                  </a:lnTo>
                  <a:close/>
                </a:path>
              </a:pathLst>
            </a:custGeom>
            <a:solidFill>
              <a:srgbClr val="574874"/>
            </a:solidFill>
            <a:ln>
              <a:noFill/>
            </a:ln>
          </p:spPr>
        </p:sp>
        <p:sp>
          <p:nvSpPr>
            <p:cNvPr id="201" name="Google Shape;201;p10"/>
            <p:cNvSpPr txBox="1"/>
            <p:nvPr/>
          </p:nvSpPr>
          <p:spPr>
            <a:xfrm>
              <a:off x="0" y="-47625"/>
              <a:ext cx="38581" cy="48884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2" name="Google Shape;202;p10"/>
          <p:cNvSpPr/>
          <p:nvPr/>
        </p:nvSpPr>
        <p:spPr>
          <a:xfrm>
            <a:off x="821465" y="1400928"/>
            <a:ext cx="15332393" cy="8394485"/>
          </a:xfrm>
          <a:custGeom>
            <a:rect b="b" l="l" r="r" t="t"/>
            <a:pathLst>
              <a:path extrusionOk="0" h="8394485" w="15332393">
                <a:moveTo>
                  <a:pt x="0" y="0"/>
                </a:moveTo>
                <a:lnTo>
                  <a:pt x="15332393" y="0"/>
                </a:lnTo>
                <a:lnTo>
                  <a:pt x="15332393" y="8394485"/>
                </a:lnTo>
                <a:lnTo>
                  <a:pt x="0" y="8394485"/>
                </a:lnTo>
                <a:lnTo>
                  <a:pt x="0" y="0"/>
                </a:lnTo>
                <a:close/>
              </a:path>
            </a:pathLst>
          </a:custGeom>
          <a:blipFill rotWithShape="1">
            <a:blip r:embed="rId4">
              <a:alphaModFix/>
            </a:blip>
            <a:stretch>
              <a:fillRect b="0" l="0" r="0" t="0"/>
            </a:stretch>
          </a:blipFill>
          <a:ln>
            <a:noFill/>
          </a:ln>
        </p:spPr>
      </p:sp>
      <p:sp>
        <p:nvSpPr>
          <p:cNvPr id="203" name="Google Shape;203;p10"/>
          <p:cNvSpPr txBox="1"/>
          <p:nvPr/>
        </p:nvSpPr>
        <p:spPr>
          <a:xfrm>
            <a:off x="821465" y="299752"/>
            <a:ext cx="13050230" cy="110117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6460" u="none" cap="none" strike="noStrike">
                <a:solidFill>
                  <a:srgbClr val="000000"/>
                </a:solidFill>
                <a:latin typeface="League Spartan"/>
                <a:ea typeface="League Spartan"/>
                <a:cs typeface="League Spartan"/>
                <a:sym typeface="League Spartan"/>
              </a:rPr>
              <a:t>CONTINUES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6667" l="0" r="0" t="-16667"/>
            </a:stretch>
          </a:blipFill>
          <a:ln>
            <a:noFill/>
          </a:ln>
        </p:spPr>
      </p:sp>
      <p:sp>
        <p:nvSpPr>
          <p:cNvPr id="209" name="Google Shape;209;p11"/>
          <p:cNvSpPr/>
          <p:nvPr/>
        </p:nvSpPr>
        <p:spPr>
          <a:xfrm>
            <a:off x="1731902" y="1400928"/>
            <a:ext cx="12139793" cy="8184509"/>
          </a:xfrm>
          <a:custGeom>
            <a:rect b="b" l="l" r="r" t="t"/>
            <a:pathLst>
              <a:path extrusionOk="0" h="8184509" w="12139793">
                <a:moveTo>
                  <a:pt x="0" y="0"/>
                </a:moveTo>
                <a:lnTo>
                  <a:pt x="12139793" y="0"/>
                </a:lnTo>
                <a:lnTo>
                  <a:pt x="12139793" y="8184509"/>
                </a:lnTo>
                <a:lnTo>
                  <a:pt x="0" y="8184509"/>
                </a:lnTo>
                <a:lnTo>
                  <a:pt x="0" y="0"/>
                </a:lnTo>
                <a:close/>
              </a:path>
            </a:pathLst>
          </a:custGeom>
          <a:blipFill rotWithShape="1">
            <a:blip r:embed="rId4">
              <a:alphaModFix/>
            </a:blip>
            <a:stretch>
              <a:fillRect b="0" l="-2929" r="0" t="0"/>
            </a:stretch>
          </a:blipFill>
          <a:ln>
            <a:noFill/>
          </a:ln>
        </p:spPr>
      </p:sp>
      <p:sp>
        <p:nvSpPr>
          <p:cNvPr id="210" name="Google Shape;210;p11"/>
          <p:cNvSpPr txBox="1"/>
          <p:nvPr/>
        </p:nvSpPr>
        <p:spPr>
          <a:xfrm>
            <a:off x="821465" y="299752"/>
            <a:ext cx="13050230" cy="110117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6460" u="none" cap="none" strike="noStrike">
                <a:solidFill>
                  <a:srgbClr val="000000"/>
                </a:solidFill>
                <a:latin typeface="League Spartan"/>
                <a:ea typeface="League Spartan"/>
                <a:cs typeface="League Spartan"/>
                <a:sym typeface="League Spartan"/>
              </a:rPr>
              <a:t>CONTINUES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6667" l="0" r="0" t="-16667"/>
            </a:stretch>
          </a:blipFill>
          <a:ln>
            <a:noFill/>
          </a:ln>
        </p:spPr>
      </p:sp>
      <p:sp>
        <p:nvSpPr>
          <p:cNvPr id="216" name="Google Shape;216;p12"/>
          <p:cNvSpPr/>
          <p:nvPr/>
        </p:nvSpPr>
        <p:spPr>
          <a:xfrm>
            <a:off x="200357" y="2406525"/>
            <a:ext cx="8491389" cy="5869673"/>
          </a:xfrm>
          <a:custGeom>
            <a:rect b="b" l="l" r="r" t="t"/>
            <a:pathLst>
              <a:path extrusionOk="0" h="5869673" w="8491389">
                <a:moveTo>
                  <a:pt x="0" y="0"/>
                </a:moveTo>
                <a:lnTo>
                  <a:pt x="8491390" y="0"/>
                </a:lnTo>
                <a:lnTo>
                  <a:pt x="8491390" y="5869672"/>
                </a:lnTo>
                <a:lnTo>
                  <a:pt x="0" y="5869672"/>
                </a:lnTo>
                <a:lnTo>
                  <a:pt x="0" y="0"/>
                </a:lnTo>
                <a:close/>
              </a:path>
            </a:pathLst>
          </a:custGeom>
          <a:blipFill rotWithShape="1">
            <a:blip r:embed="rId4">
              <a:alphaModFix/>
            </a:blip>
            <a:stretch>
              <a:fillRect b="0" l="0" r="0" t="0"/>
            </a:stretch>
          </a:blipFill>
          <a:ln>
            <a:noFill/>
          </a:ln>
        </p:spPr>
      </p:sp>
      <p:sp>
        <p:nvSpPr>
          <p:cNvPr id="217" name="Google Shape;217;p12"/>
          <p:cNvSpPr/>
          <p:nvPr/>
        </p:nvSpPr>
        <p:spPr>
          <a:xfrm>
            <a:off x="8880552" y="2208664"/>
            <a:ext cx="9407448" cy="5636503"/>
          </a:xfrm>
          <a:custGeom>
            <a:rect b="b" l="l" r="r" t="t"/>
            <a:pathLst>
              <a:path extrusionOk="0" h="5636503" w="9407448">
                <a:moveTo>
                  <a:pt x="0" y="0"/>
                </a:moveTo>
                <a:lnTo>
                  <a:pt x="9407448" y="0"/>
                </a:lnTo>
                <a:lnTo>
                  <a:pt x="9407448" y="5636503"/>
                </a:lnTo>
                <a:lnTo>
                  <a:pt x="0" y="5636503"/>
                </a:lnTo>
                <a:lnTo>
                  <a:pt x="0" y="0"/>
                </a:lnTo>
                <a:close/>
              </a:path>
            </a:pathLst>
          </a:custGeom>
          <a:blipFill rotWithShape="1">
            <a:blip r:embed="rId5">
              <a:alphaModFix/>
            </a:blip>
            <a:stretch>
              <a:fillRect b="0" l="-8112" r="-12018" t="0"/>
            </a:stretch>
          </a:blipFill>
          <a:ln>
            <a:noFill/>
          </a:ln>
        </p:spPr>
      </p:sp>
      <p:sp>
        <p:nvSpPr>
          <p:cNvPr id="218" name="Google Shape;218;p12"/>
          <p:cNvSpPr txBox="1"/>
          <p:nvPr/>
        </p:nvSpPr>
        <p:spPr>
          <a:xfrm>
            <a:off x="821465" y="299752"/>
            <a:ext cx="13050230" cy="110117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6460" u="none" cap="none" strike="noStrike">
                <a:solidFill>
                  <a:srgbClr val="000000"/>
                </a:solidFill>
                <a:latin typeface="League Spartan"/>
                <a:ea typeface="League Spartan"/>
                <a:cs typeface="League Spartan"/>
                <a:sym typeface="League Spartan"/>
              </a:rPr>
              <a:t>FILE 2 : 02_DATASET_EDA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6667" l="0" r="0" t="-16667"/>
            </a:stretch>
          </a:blipFill>
          <a:ln>
            <a:noFill/>
          </a:ln>
        </p:spPr>
      </p:sp>
      <p:sp>
        <p:nvSpPr>
          <p:cNvPr id="224" name="Google Shape;224;p13"/>
          <p:cNvSpPr/>
          <p:nvPr/>
        </p:nvSpPr>
        <p:spPr>
          <a:xfrm>
            <a:off x="355862" y="1971691"/>
            <a:ext cx="10016980" cy="5500055"/>
          </a:xfrm>
          <a:custGeom>
            <a:rect b="b" l="l" r="r" t="t"/>
            <a:pathLst>
              <a:path extrusionOk="0" h="5500055" w="10016980">
                <a:moveTo>
                  <a:pt x="0" y="0"/>
                </a:moveTo>
                <a:lnTo>
                  <a:pt x="10016980" y="0"/>
                </a:lnTo>
                <a:lnTo>
                  <a:pt x="10016980" y="5500054"/>
                </a:lnTo>
                <a:lnTo>
                  <a:pt x="0" y="5500054"/>
                </a:lnTo>
                <a:lnTo>
                  <a:pt x="0" y="0"/>
                </a:lnTo>
                <a:close/>
              </a:path>
            </a:pathLst>
          </a:custGeom>
          <a:blipFill rotWithShape="1">
            <a:blip r:embed="rId4">
              <a:alphaModFix/>
            </a:blip>
            <a:stretch>
              <a:fillRect b="0" l="0" r="-35155" t="0"/>
            </a:stretch>
          </a:blipFill>
          <a:ln>
            <a:noFill/>
          </a:ln>
        </p:spPr>
      </p:sp>
      <p:sp>
        <p:nvSpPr>
          <p:cNvPr id="225" name="Google Shape;225;p13"/>
          <p:cNvSpPr/>
          <p:nvPr/>
        </p:nvSpPr>
        <p:spPr>
          <a:xfrm>
            <a:off x="10839323" y="1971691"/>
            <a:ext cx="6064745" cy="6351645"/>
          </a:xfrm>
          <a:custGeom>
            <a:rect b="b" l="l" r="r" t="t"/>
            <a:pathLst>
              <a:path extrusionOk="0" h="6351645" w="6064745">
                <a:moveTo>
                  <a:pt x="0" y="0"/>
                </a:moveTo>
                <a:lnTo>
                  <a:pt x="6064745" y="0"/>
                </a:lnTo>
                <a:lnTo>
                  <a:pt x="6064745" y="6351645"/>
                </a:lnTo>
                <a:lnTo>
                  <a:pt x="0" y="6351645"/>
                </a:lnTo>
                <a:lnTo>
                  <a:pt x="0" y="0"/>
                </a:lnTo>
                <a:close/>
              </a:path>
            </a:pathLst>
          </a:custGeom>
          <a:blipFill rotWithShape="1">
            <a:blip r:embed="rId5">
              <a:alphaModFix/>
            </a:blip>
            <a:stretch>
              <a:fillRect b="0" l="0" r="0" t="0"/>
            </a:stretch>
          </a:blipFill>
          <a:ln>
            <a:noFill/>
          </a:ln>
        </p:spPr>
      </p:sp>
      <p:sp>
        <p:nvSpPr>
          <p:cNvPr id="226" name="Google Shape;226;p13"/>
          <p:cNvSpPr txBox="1"/>
          <p:nvPr/>
        </p:nvSpPr>
        <p:spPr>
          <a:xfrm>
            <a:off x="821465" y="299752"/>
            <a:ext cx="13050230" cy="110117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6460" u="none" cap="none" strike="noStrike">
                <a:solidFill>
                  <a:srgbClr val="000000"/>
                </a:solidFill>
                <a:latin typeface="League Spartan"/>
                <a:ea typeface="League Spartan"/>
                <a:cs typeface="League Spartan"/>
                <a:sym typeface="League Spartan"/>
              </a:rPr>
              <a:t>CONTINUES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6667" l="0" r="0" t="-16667"/>
            </a:stretch>
          </a:blipFill>
          <a:ln>
            <a:noFill/>
          </a:ln>
        </p:spPr>
      </p:sp>
      <p:sp>
        <p:nvSpPr>
          <p:cNvPr id="232" name="Google Shape;232;p14"/>
          <p:cNvSpPr/>
          <p:nvPr/>
        </p:nvSpPr>
        <p:spPr>
          <a:xfrm>
            <a:off x="224126" y="1877335"/>
            <a:ext cx="6646474" cy="6012397"/>
          </a:xfrm>
          <a:custGeom>
            <a:rect b="b" l="l" r="r" t="t"/>
            <a:pathLst>
              <a:path extrusionOk="0" h="6012397" w="6646474">
                <a:moveTo>
                  <a:pt x="0" y="0"/>
                </a:moveTo>
                <a:lnTo>
                  <a:pt x="6646474" y="0"/>
                </a:lnTo>
                <a:lnTo>
                  <a:pt x="6646474" y="6012397"/>
                </a:lnTo>
                <a:lnTo>
                  <a:pt x="0" y="6012397"/>
                </a:lnTo>
                <a:lnTo>
                  <a:pt x="0" y="0"/>
                </a:lnTo>
                <a:close/>
              </a:path>
            </a:pathLst>
          </a:custGeom>
          <a:blipFill rotWithShape="1">
            <a:blip r:embed="rId4">
              <a:alphaModFix/>
            </a:blip>
            <a:stretch>
              <a:fillRect b="0" l="0" r="-11907" t="0"/>
            </a:stretch>
          </a:blipFill>
          <a:ln>
            <a:noFill/>
          </a:ln>
        </p:spPr>
      </p:sp>
      <p:sp>
        <p:nvSpPr>
          <p:cNvPr id="233" name="Google Shape;233;p14"/>
          <p:cNvSpPr/>
          <p:nvPr/>
        </p:nvSpPr>
        <p:spPr>
          <a:xfrm>
            <a:off x="7693387" y="1931080"/>
            <a:ext cx="10114094" cy="5904908"/>
          </a:xfrm>
          <a:custGeom>
            <a:rect b="b" l="l" r="r" t="t"/>
            <a:pathLst>
              <a:path extrusionOk="0" h="5904908" w="10114094">
                <a:moveTo>
                  <a:pt x="0" y="0"/>
                </a:moveTo>
                <a:lnTo>
                  <a:pt x="10114094" y="0"/>
                </a:lnTo>
                <a:lnTo>
                  <a:pt x="10114094" y="5904907"/>
                </a:lnTo>
                <a:lnTo>
                  <a:pt x="0" y="5904907"/>
                </a:lnTo>
                <a:lnTo>
                  <a:pt x="0" y="0"/>
                </a:lnTo>
                <a:close/>
              </a:path>
            </a:pathLst>
          </a:custGeom>
          <a:blipFill rotWithShape="1">
            <a:blip r:embed="rId5">
              <a:alphaModFix/>
            </a:blip>
            <a:stretch>
              <a:fillRect b="0" l="-6986" r="-4750" t="0"/>
            </a:stretch>
          </a:blipFill>
          <a:ln>
            <a:noFill/>
          </a:ln>
        </p:spPr>
      </p:sp>
      <p:sp>
        <p:nvSpPr>
          <p:cNvPr id="234" name="Google Shape;234;p14"/>
          <p:cNvSpPr txBox="1"/>
          <p:nvPr/>
        </p:nvSpPr>
        <p:spPr>
          <a:xfrm>
            <a:off x="821465" y="299752"/>
            <a:ext cx="13050230" cy="110117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6460" u="none" cap="none" strike="noStrike">
                <a:solidFill>
                  <a:srgbClr val="000000"/>
                </a:solidFill>
                <a:latin typeface="League Spartan"/>
                <a:ea typeface="League Spartan"/>
                <a:cs typeface="League Spartan"/>
                <a:sym typeface="League Spartan"/>
              </a:rPr>
              <a:t>CONTINUES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6667" l="0" r="0" t="-16667"/>
            </a:stretch>
          </a:blipFill>
          <a:ln>
            <a:noFill/>
          </a:ln>
        </p:spPr>
      </p:sp>
      <p:sp>
        <p:nvSpPr>
          <p:cNvPr id="240" name="Google Shape;240;p15"/>
          <p:cNvSpPr/>
          <p:nvPr/>
        </p:nvSpPr>
        <p:spPr>
          <a:xfrm>
            <a:off x="242799" y="2264600"/>
            <a:ext cx="8578208" cy="5757800"/>
          </a:xfrm>
          <a:custGeom>
            <a:rect b="b" l="l" r="r" t="t"/>
            <a:pathLst>
              <a:path extrusionOk="0" h="5757800" w="8578208">
                <a:moveTo>
                  <a:pt x="0" y="0"/>
                </a:moveTo>
                <a:lnTo>
                  <a:pt x="8578207" y="0"/>
                </a:lnTo>
                <a:lnTo>
                  <a:pt x="8578207" y="5757800"/>
                </a:lnTo>
                <a:lnTo>
                  <a:pt x="0" y="5757800"/>
                </a:lnTo>
                <a:lnTo>
                  <a:pt x="0" y="0"/>
                </a:lnTo>
                <a:close/>
              </a:path>
            </a:pathLst>
          </a:custGeom>
          <a:blipFill rotWithShape="1">
            <a:blip r:embed="rId4">
              <a:alphaModFix/>
            </a:blip>
            <a:stretch>
              <a:fillRect b="0" l="0" r="-102630" t="0"/>
            </a:stretch>
          </a:blipFill>
          <a:ln>
            <a:noFill/>
          </a:ln>
        </p:spPr>
      </p:sp>
      <p:sp>
        <p:nvSpPr>
          <p:cNvPr id="241" name="Google Shape;241;p15"/>
          <p:cNvSpPr/>
          <p:nvPr/>
        </p:nvSpPr>
        <p:spPr>
          <a:xfrm>
            <a:off x="9504927" y="2264600"/>
            <a:ext cx="7475240" cy="6073633"/>
          </a:xfrm>
          <a:custGeom>
            <a:rect b="b" l="l" r="r" t="t"/>
            <a:pathLst>
              <a:path extrusionOk="0" h="6073633" w="7475240">
                <a:moveTo>
                  <a:pt x="0" y="0"/>
                </a:moveTo>
                <a:lnTo>
                  <a:pt x="7475240" y="0"/>
                </a:lnTo>
                <a:lnTo>
                  <a:pt x="7475240" y="6073633"/>
                </a:lnTo>
                <a:lnTo>
                  <a:pt x="0" y="6073633"/>
                </a:lnTo>
                <a:lnTo>
                  <a:pt x="0" y="0"/>
                </a:lnTo>
                <a:close/>
              </a:path>
            </a:pathLst>
          </a:custGeom>
          <a:blipFill rotWithShape="1">
            <a:blip r:embed="rId5">
              <a:alphaModFix/>
            </a:blip>
            <a:stretch>
              <a:fillRect b="0" l="0" r="0" t="0"/>
            </a:stretch>
          </a:blipFill>
          <a:ln>
            <a:noFill/>
          </a:ln>
        </p:spPr>
      </p:sp>
      <p:sp>
        <p:nvSpPr>
          <p:cNvPr id="242" name="Google Shape;242;p15"/>
          <p:cNvSpPr txBox="1"/>
          <p:nvPr/>
        </p:nvSpPr>
        <p:spPr>
          <a:xfrm>
            <a:off x="821465" y="299752"/>
            <a:ext cx="13050230" cy="110117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6460" u="none" cap="none" strike="noStrike">
                <a:solidFill>
                  <a:srgbClr val="000000"/>
                </a:solidFill>
                <a:latin typeface="League Spartan"/>
                <a:ea typeface="League Spartan"/>
                <a:cs typeface="League Spartan"/>
                <a:sym typeface="League Spartan"/>
              </a:rPr>
              <a:t>CONTINUES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6667" l="0" r="0" t="-16667"/>
            </a:stretch>
          </a:blipFill>
          <a:ln>
            <a:noFill/>
          </a:ln>
        </p:spPr>
      </p:sp>
      <p:sp>
        <p:nvSpPr>
          <p:cNvPr id="248" name="Google Shape;248;p16"/>
          <p:cNvSpPr/>
          <p:nvPr/>
        </p:nvSpPr>
        <p:spPr>
          <a:xfrm>
            <a:off x="581989" y="1837793"/>
            <a:ext cx="13822941" cy="7602618"/>
          </a:xfrm>
          <a:custGeom>
            <a:rect b="b" l="l" r="r" t="t"/>
            <a:pathLst>
              <a:path extrusionOk="0" h="7602618" w="13822941">
                <a:moveTo>
                  <a:pt x="0" y="0"/>
                </a:moveTo>
                <a:lnTo>
                  <a:pt x="13822941" y="0"/>
                </a:lnTo>
                <a:lnTo>
                  <a:pt x="13822941" y="7602617"/>
                </a:lnTo>
                <a:lnTo>
                  <a:pt x="0" y="7602617"/>
                </a:lnTo>
                <a:lnTo>
                  <a:pt x="0" y="0"/>
                </a:lnTo>
                <a:close/>
              </a:path>
            </a:pathLst>
          </a:custGeom>
          <a:blipFill rotWithShape="1">
            <a:blip r:embed="rId4">
              <a:alphaModFix/>
            </a:blip>
            <a:stretch>
              <a:fillRect b="0" l="0" r="0" t="0"/>
            </a:stretch>
          </a:blipFill>
          <a:ln>
            <a:noFill/>
          </a:ln>
        </p:spPr>
      </p:sp>
      <p:sp>
        <p:nvSpPr>
          <p:cNvPr id="249" name="Google Shape;249;p16"/>
          <p:cNvSpPr txBox="1"/>
          <p:nvPr/>
        </p:nvSpPr>
        <p:spPr>
          <a:xfrm>
            <a:off x="821465" y="299752"/>
            <a:ext cx="13050230" cy="110117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6460" u="none" cap="none" strike="noStrike">
                <a:solidFill>
                  <a:srgbClr val="000000"/>
                </a:solidFill>
                <a:latin typeface="League Spartan"/>
                <a:ea typeface="League Spartan"/>
                <a:cs typeface="League Spartan"/>
                <a:sym typeface="League Spartan"/>
              </a:rPr>
              <a:t>CONTINUES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6667" l="0" r="0" t="-16667"/>
            </a:stretch>
          </a:blipFill>
          <a:ln>
            <a:noFill/>
          </a:ln>
        </p:spPr>
      </p:sp>
      <p:sp>
        <p:nvSpPr>
          <p:cNvPr id="255" name="Google Shape;255;p17"/>
          <p:cNvSpPr/>
          <p:nvPr/>
        </p:nvSpPr>
        <p:spPr>
          <a:xfrm>
            <a:off x="1028700" y="1703286"/>
            <a:ext cx="16918059" cy="7676569"/>
          </a:xfrm>
          <a:custGeom>
            <a:rect b="b" l="l" r="r" t="t"/>
            <a:pathLst>
              <a:path extrusionOk="0" h="7676569" w="16918059">
                <a:moveTo>
                  <a:pt x="0" y="0"/>
                </a:moveTo>
                <a:lnTo>
                  <a:pt x="16918059" y="0"/>
                </a:lnTo>
                <a:lnTo>
                  <a:pt x="16918059" y="7676569"/>
                </a:lnTo>
                <a:lnTo>
                  <a:pt x="0" y="7676569"/>
                </a:lnTo>
                <a:lnTo>
                  <a:pt x="0" y="0"/>
                </a:lnTo>
                <a:close/>
              </a:path>
            </a:pathLst>
          </a:custGeom>
          <a:blipFill rotWithShape="1">
            <a:blip r:embed="rId4">
              <a:alphaModFix/>
            </a:blip>
            <a:stretch>
              <a:fillRect b="0" l="0" r="0" t="0"/>
            </a:stretch>
          </a:blipFill>
          <a:ln>
            <a:noFill/>
          </a:ln>
        </p:spPr>
      </p:sp>
      <p:sp>
        <p:nvSpPr>
          <p:cNvPr id="256" name="Google Shape;256;p17"/>
          <p:cNvSpPr txBox="1"/>
          <p:nvPr/>
        </p:nvSpPr>
        <p:spPr>
          <a:xfrm>
            <a:off x="821465" y="299752"/>
            <a:ext cx="13050230" cy="110117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6460" u="none" cap="none" strike="noStrike">
                <a:solidFill>
                  <a:srgbClr val="000000"/>
                </a:solidFill>
                <a:latin typeface="League Spartan"/>
                <a:ea typeface="League Spartan"/>
                <a:cs typeface="League Spartan"/>
                <a:sym typeface="League Spartan"/>
              </a:rPr>
              <a:t>CONTINUES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6667" l="0" r="0" t="-16667"/>
            </a:stretch>
          </a:blipFill>
          <a:ln>
            <a:noFill/>
          </a:ln>
        </p:spPr>
      </p:sp>
      <p:sp>
        <p:nvSpPr>
          <p:cNvPr id="262" name="Google Shape;262;p18"/>
          <p:cNvSpPr/>
          <p:nvPr/>
        </p:nvSpPr>
        <p:spPr>
          <a:xfrm>
            <a:off x="821465" y="1742971"/>
            <a:ext cx="16608461" cy="7515329"/>
          </a:xfrm>
          <a:custGeom>
            <a:rect b="b" l="l" r="r" t="t"/>
            <a:pathLst>
              <a:path extrusionOk="0" h="7515329" w="16608461">
                <a:moveTo>
                  <a:pt x="0" y="0"/>
                </a:moveTo>
                <a:lnTo>
                  <a:pt x="16608461" y="0"/>
                </a:lnTo>
                <a:lnTo>
                  <a:pt x="16608461" y="7515329"/>
                </a:lnTo>
                <a:lnTo>
                  <a:pt x="0" y="7515329"/>
                </a:lnTo>
                <a:lnTo>
                  <a:pt x="0" y="0"/>
                </a:lnTo>
                <a:close/>
              </a:path>
            </a:pathLst>
          </a:custGeom>
          <a:blipFill rotWithShape="1">
            <a:blip r:embed="rId4">
              <a:alphaModFix/>
            </a:blip>
            <a:stretch>
              <a:fillRect b="0" l="0" r="0" t="0"/>
            </a:stretch>
          </a:blipFill>
          <a:ln>
            <a:noFill/>
          </a:ln>
        </p:spPr>
      </p:sp>
      <p:sp>
        <p:nvSpPr>
          <p:cNvPr id="263" name="Google Shape;263;p18"/>
          <p:cNvSpPr txBox="1"/>
          <p:nvPr/>
        </p:nvSpPr>
        <p:spPr>
          <a:xfrm>
            <a:off x="821465" y="299752"/>
            <a:ext cx="13050230" cy="110117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6460" u="none" cap="none" strike="noStrike">
                <a:solidFill>
                  <a:srgbClr val="000000"/>
                </a:solidFill>
                <a:latin typeface="League Spartan"/>
                <a:ea typeface="League Spartan"/>
                <a:cs typeface="League Spartan"/>
                <a:sym typeface="League Spartan"/>
              </a:rPr>
              <a:t>CONTINUES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6667" l="0" r="0" t="-16667"/>
            </a:stretch>
          </a:blipFill>
          <a:ln>
            <a:noFill/>
          </a:ln>
        </p:spPr>
      </p:sp>
      <p:sp>
        <p:nvSpPr>
          <p:cNvPr id="269" name="Google Shape;269;p19"/>
          <p:cNvSpPr/>
          <p:nvPr/>
        </p:nvSpPr>
        <p:spPr>
          <a:xfrm>
            <a:off x="253016" y="1744449"/>
            <a:ext cx="7933793" cy="5771226"/>
          </a:xfrm>
          <a:custGeom>
            <a:rect b="b" l="l" r="r" t="t"/>
            <a:pathLst>
              <a:path extrusionOk="0" h="5771226" w="7933793">
                <a:moveTo>
                  <a:pt x="0" y="0"/>
                </a:moveTo>
                <a:lnTo>
                  <a:pt x="7933793" y="0"/>
                </a:lnTo>
                <a:lnTo>
                  <a:pt x="7933793" y="5771227"/>
                </a:lnTo>
                <a:lnTo>
                  <a:pt x="0" y="5771227"/>
                </a:lnTo>
                <a:lnTo>
                  <a:pt x="0" y="0"/>
                </a:lnTo>
                <a:close/>
              </a:path>
            </a:pathLst>
          </a:custGeom>
          <a:blipFill rotWithShape="1">
            <a:blip r:embed="rId4">
              <a:alphaModFix/>
            </a:blip>
            <a:stretch>
              <a:fillRect b="0" l="-5315" r="-9012" t="0"/>
            </a:stretch>
          </a:blipFill>
          <a:ln>
            <a:noFill/>
          </a:ln>
        </p:spPr>
      </p:sp>
      <p:sp>
        <p:nvSpPr>
          <p:cNvPr id="270" name="Google Shape;270;p19"/>
          <p:cNvSpPr/>
          <p:nvPr/>
        </p:nvSpPr>
        <p:spPr>
          <a:xfrm>
            <a:off x="8352689" y="1744449"/>
            <a:ext cx="9137487" cy="5368098"/>
          </a:xfrm>
          <a:custGeom>
            <a:rect b="b" l="l" r="r" t="t"/>
            <a:pathLst>
              <a:path extrusionOk="0" h="5368098" w="9137487">
                <a:moveTo>
                  <a:pt x="0" y="0"/>
                </a:moveTo>
                <a:lnTo>
                  <a:pt x="9137487" y="0"/>
                </a:lnTo>
                <a:lnTo>
                  <a:pt x="9137487" y="5368098"/>
                </a:lnTo>
                <a:lnTo>
                  <a:pt x="0" y="5368098"/>
                </a:lnTo>
                <a:lnTo>
                  <a:pt x="0" y="0"/>
                </a:lnTo>
                <a:close/>
              </a:path>
            </a:pathLst>
          </a:custGeom>
          <a:blipFill rotWithShape="1">
            <a:blip r:embed="rId5">
              <a:alphaModFix/>
            </a:blip>
            <a:stretch>
              <a:fillRect b="0" l="-3812" r="-19866" t="0"/>
            </a:stretch>
          </a:blipFill>
          <a:ln>
            <a:noFill/>
          </a:ln>
        </p:spPr>
      </p:sp>
      <p:sp>
        <p:nvSpPr>
          <p:cNvPr id="271" name="Google Shape;271;p19"/>
          <p:cNvSpPr txBox="1"/>
          <p:nvPr/>
        </p:nvSpPr>
        <p:spPr>
          <a:xfrm>
            <a:off x="821465" y="299752"/>
            <a:ext cx="13050230" cy="110117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6460" u="none" cap="none" strike="noStrike">
                <a:solidFill>
                  <a:srgbClr val="000000"/>
                </a:solidFill>
                <a:latin typeface="League Spartan"/>
                <a:ea typeface="League Spartan"/>
                <a:cs typeface="League Spartan"/>
                <a:sym typeface="League Spartan"/>
              </a:rPr>
              <a:t>GITHUB COMMITS: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6667" l="0" r="0" t="-16667"/>
            </a:stretch>
          </a:blipFill>
          <a:ln>
            <a:noFill/>
          </a:ln>
        </p:spPr>
      </p:sp>
      <p:sp>
        <p:nvSpPr>
          <p:cNvPr id="277" name="Google Shape;277;p20"/>
          <p:cNvSpPr/>
          <p:nvPr/>
        </p:nvSpPr>
        <p:spPr>
          <a:xfrm>
            <a:off x="821465" y="1857187"/>
            <a:ext cx="8914781" cy="5576230"/>
          </a:xfrm>
          <a:custGeom>
            <a:rect b="b" l="l" r="r" t="t"/>
            <a:pathLst>
              <a:path extrusionOk="0" h="5576230" w="8914781">
                <a:moveTo>
                  <a:pt x="0" y="0"/>
                </a:moveTo>
                <a:lnTo>
                  <a:pt x="8914781" y="0"/>
                </a:lnTo>
                <a:lnTo>
                  <a:pt x="8914781" y="5576229"/>
                </a:lnTo>
                <a:lnTo>
                  <a:pt x="0" y="5576229"/>
                </a:lnTo>
                <a:lnTo>
                  <a:pt x="0" y="0"/>
                </a:lnTo>
                <a:close/>
              </a:path>
            </a:pathLst>
          </a:custGeom>
          <a:blipFill rotWithShape="1">
            <a:blip r:embed="rId4">
              <a:alphaModFix/>
            </a:blip>
            <a:stretch>
              <a:fillRect b="0" l="0" r="-5349" t="0"/>
            </a:stretch>
          </a:blipFill>
          <a:ln>
            <a:noFill/>
          </a:ln>
        </p:spPr>
      </p:sp>
      <p:sp>
        <p:nvSpPr>
          <p:cNvPr id="278" name="Google Shape;278;p20"/>
          <p:cNvSpPr/>
          <p:nvPr/>
        </p:nvSpPr>
        <p:spPr>
          <a:xfrm>
            <a:off x="9902365" y="1857187"/>
            <a:ext cx="7828637" cy="4525495"/>
          </a:xfrm>
          <a:custGeom>
            <a:rect b="b" l="l" r="r" t="t"/>
            <a:pathLst>
              <a:path extrusionOk="0" h="4525495" w="7828637">
                <a:moveTo>
                  <a:pt x="0" y="0"/>
                </a:moveTo>
                <a:lnTo>
                  <a:pt x="7828638" y="0"/>
                </a:lnTo>
                <a:lnTo>
                  <a:pt x="7828638" y="4525495"/>
                </a:lnTo>
                <a:lnTo>
                  <a:pt x="0" y="4525495"/>
                </a:lnTo>
                <a:lnTo>
                  <a:pt x="0" y="0"/>
                </a:lnTo>
                <a:close/>
              </a:path>
            </a:pathLst>
          </a:custGeom>
          <a:blipFill rotWithShape="1">
            <a:blip r:embed="rId5">
              <a:alphaModFix/>
            </a:blip>
            <a:stretch>
              <a:fillRect b="0" l="-8669" r="-26947" t="0"/>
            </a:stretch>
          </a:blipFill>
          <a:ln>
            <a:noFill/>
          </a:ln>
        </p:spPr>
      </p:sp>
      <p:sp>
        <p:nvSpPr>
          <p:cNvPr id="279" name="Google Shape;279;p20"/>
          <p:cNvSpPr txBox="1"/>
          <p:nvPr/>
        </p:nvSpPr>
        <p:spPr>
          <a:xfrm>
            <a:off x="821465" y="299752"/>
            <a:ext cx="13050230" cy="110117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6460" u="none" cap="none" strike="noStrike">
                <a:solidFill>
                  <a:srgbClr val="000000"/>
                </a:solidFill>
                <a:latin typeface="League Spartan"/>
                <a:ea typeface="League Spartan"/>
                <a:cs typeface="League Spartan"/>
                <a:sym typeface="League Spartan"/>
              </a:rPr>
              <a:t>GITHUB COMMITS: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6667" l="0" r="0" t="-16667"/>
            </a:stretch>
          </a:blipFill>
          <a:ln>
            <a:noFill/>
          </a:ln>
        </p:spPr>
      </p:sp>
      <p:cxnSp>
        <p:nvCxnSpPr>
          <p:cNvPr id="285" name="Google Shape;285;p21"/>
          <p:cNvCxnSpPr/>
          <p:nvPr/>
        </p:nvCxnSpPr>
        <p:spPr>
          <a:xfrm>
            <a:off x="1107009" y="3150910"/>
            <a:ext cx="5049618" cy="0"/>
          </a:xfrm>
          <a:prstGeom prst="straightConnector1">
            <a:avLst/>
          </a:prstGeom>
          <a:noFill/>
          <a:ln cap="flat" cmpd="sng" w="76200">
            <a:solidFill>
              <a:srgbClr val="574874"/>
            </a:solidFill>
            <a:prstDash val="solid"/>
            <a:round/>
            <a:headEnd len="sm" w="sm" type="none"/>
            <a:tailEnd len="sm" w="sm" type="none"/>
          </a:ln>
        </p:spPr>
      </p:cxnSp>
      <p:grpSp>
        <p:nvGrpSpPr>
          <p:cNvPr id="286" name="Google Shape;286;p21"/>
          <p:cNvGrpSpPr/>
          <p:nvPr/>
        </p:nvGrpSpPr>
        <p:grpSpPr>
          <a:xfrm>
            <a:off x="1107009" y="847874"/>
            <a:ext cx="146488" cy="1856076"/>
            <a:chOff x="0" y="-47625"/>
            <a:chExt cx="38581" cy="488843"/>
          </a:xfrm>
        </p:grpSpPr>
        <p:sp>
          <p:nvSpPr>
            <p:cNvPr id="287" name="Google Shape;287;p21"/>
            <p:cNvSpPr/>
            <p:nvPr/>
          </p:nvSpPr>
          <p:spPr>
            <a:xfrm>
              <a:off x="0" y="0"/>
              <a:ext cx="38581" cy="441218"/>
            </a:xfrm>
            <a:custGeom>
              <a:rect b="b" l="l" r="r" t="t"/>
              <a:pathLst>
                <a:path extrusionOk="0" h="441218" w="38581">
                  <a:moveTo>
                    <a:pt x="0" y="0"/>
                  </a:moveTo>
                  <a:lnTo>
                    <a:pt x="38581" y="0"/>
                  </a:lnTo>
                  <a:lnTo>
                    <a:pt x="38581" y="441218"/>
                  </a:lnTo>
                  <a:lnTo>
                    <a:pt x="0" y="441218"/>
                  </a:lnTo>
                  <a:close/>
                </a:path>
              </a:pathLst>
            </a:custGeom>
            <a:solidFill>
              <a:srgbClr val="574874"/>
            </a:solidFill>
            <a:ln>
              <a:noFill/>
            </a:ln>
          </p:spPr>
        </p:sp>
        <p:sp>
          <p:nvSpPr>
            <p:cNvPr id="288" name="Google Shape;288;p21"/>
            <p:cNvSpPr txBox="1"/>
            <p:nvPr/>
          </p:nvSpPr>
          <p:spPr>
            <a:xfrm>
              <a:off x="0" y="-47625"/>
              <a:ext cx="38581" cy="48884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89" name="Google Shape;289;p21"/>
          <p:cNvGrpSpPr/>
          <p:nvPr/>
        </p:nvGrpSpPr>
        <p:grpSpPr>
          <a:xfrm rot="-5400000">
            <a:off x="1702668" y="8257018"/>
            <a:ext cx="146488" cy="1856076"/>
            <a:chOff x="0" y="-47625"/>
            <a:chExt cx="38581" cy="488843"/>
          </a:xfrm>
        </p:grpSpPr>
        <p:sp>
          <p:nvSpPr>
            <p:cNvPr id="290" name="Google Shape;290;p21"/>
            <p:cNvSpPr/>
            <p:nvPr/>
          </p:nvSpPr>
          <p:spPr>
            <a:xfrm>
              <a:off x="0" y="0"/>
              <a:ext cx="38581" cy="441218"/>
            </a:xfrm>
            <a:custGeom>
              <a:rect b="b" l="l" r="r" t="t"/>
              <a:pathLst>
                <a:path extrusionOk="0" h="441218" w="38581">
                  <a:moveTo>
                    <a:pt x="0" y="0"/>
                  </a:moveTo>
                  <a:lnTo>
                    <a:pt x="38581" y="0"/>
                  </a:lnTo>
                  <a:lnTo>
                    <a:pt x="38581" y="441218"/>
                  </a:lnTo>
                  <a:lnTo>
                    <a:pt x="0" y="441218"/>
                  </a:lnTo>
                  <a:close/>
                </a:path>
              </a:pathLst>
            </a:custGeom>
            <a:solidFill>
              <a:srgbClr val="574874"/>
            </a:solidFill>
            <a:ln>
              <a:noFill/>
            </a:ln>
          </p:spPr>
        </p:sp>
        <p:sp>
          <p:nvSpPr>
            <p:cNvPr id="291" name="Google Shape;291;p21"/>
            <p:cNvSpPr txBox="1"/>
            <p:nvPr/>
          </p:nvSpPr>
          <p:spPr>
            <a:xfrm>
              <a:off x="0" y="-47625"/>
              <a:ext cx="38581" cy="48884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2" name="Google Shape;292;p21"/>
          <p:cNvGrpSpPr/>
          <p:nvPr/>
        </p:nvGrpSpPr>
        <p:grpSpPr>
          <a:xfrm>
            <a:off x="12744483" y="-1631962"/>
            <a:ext cx="701681" cy="11918962"/>
            <a:chOff x="0" y="-47625"/>
            <a:chExt cx="184805" cy="3139150"/>
          </a:xfrm>
        </p:grpSpPr>
        <p:sp>
          <p:nvSpPr>
            <p:cNvPr id="293" name="Google Shape;293;p21"/>
            <p:cNvSpPr/>
            <p:nvPr/>
          </p:nvSpPr>
          <p:spPr>
            <a:xfrm>
              <a:off x="0" y="0"/>
              <a:ext cx="184805" cy="3091525"/>
            </a:xfrm>
            <a:custGeom>
              <a:rect b="b" l="l" r="r" t="t"/>
              <a:pathLst>
                <a:path extrusionOk="0" h="3091525" w="184805">
                  <a:moveTo>
                    <a:pt x="0" y="0"/>
                  </a:moveTo>
                  <a:lnTo>
                    <a:pt x="184805" y="0"/>
                  </a:lnTo>
                  <a:lnTo>
                    <a:pt x="184805" y="3091525"/>
                  </a:lnTo>
                  <a:lnTo>
                    <a:pt x="0" y="3091525"/>
                  </a:lnTo>
                  <a:close/>
                </a:path>
              </a:pathLst>
            </a:custGeom>
            <a:solidFill>
              <a:srgbClr val="574874"/>
            </a:solidFill>
            <a:ln>
              <a:noFill/>
            </a:ln>
          </p:spPr>
        </p:sp>
        <p:sp>
          <p:nvSpPr>
            <p:cNvPr id="294" name="Google Shape;294;p21"/>
            <p:cNvSpPr txBox="1"/>
            <p:nvPr/>
          </p:nvSpPr>
          <p:spPr>
            <a:xfrm>
              <a:off x="0" y="-47625"/>
              <a:ext cx="184805" cy="31391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5" name="Google Shape;295;p21"/>
          <p:cNvSpPr txBox="1"/>
          <p:nvPr/>
        </p:nvSpPr>
        <p:spPr>
          <a:xfrm>
            <a:off x="1481599" y="1602775"/>
            <a:ext cx="5914265" cy="110117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6460" u="none" cap="none" strike="noStrike">
                <a:solidFill>
                  <a:srgbClr val="000000"/>
                </a:solidFill>
                <a:latin typeface="League Spartan"/>
                <a:ea typeface="League Spartan"/>
                <a:cs typeface="League Spartan"/>
                <a:sym typeface="League Spartan"/>
              </a:rPr>
              <a:t>TEAM MATE</a:t>
            </a:r>
            <a:endParaRPr/>
          </a:p>
        </p:txBody>
      </p:sp>
      <p:sp>
        <p:nvSpPr>
          <p:cNvPr id="296" name="Google Shape;296;p21"/>
          <p:cNvSpPr txBox="1"/>
          <p:nvPr/>
        </p:nvSpPr>
        <p:spPr>
          <a:xfrm>
            <a:off x="1481599" y="942975"/>
            <a:ext cx="4596719" cy="6979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None/>
            </a:pPr>
            <a:r>
              <a:rPr b="1" i="0" lang="en-US" sz="4023" u="none" cap="none" strike="noStrike">
                <a:solidFill>
                  <a:srgbClr val="000000"/>
                </a:solidFill>
                <a:latin typeface="Roboto"/>
                <a:ea typeface="Roboto"/>
                <a:cs typeface="Roboto"/>
                <a:sym typeface="Roboto"/>
              </a:rPr>
              <a:t> OUR INTERNSHIP</a:t>
            </a:r>
            <a:endParaRPr/>
          </a:p>
        </p:txBody>
      </p:sp>
      <p:sp>
        <p:nvSpPr>
          <p:cNvPr id="297" name="Google Shape;297;p21"/>
          <p:cNvSpPr txBox="1"/>
          <p:nvPr/>
        </p:nvSpPr>
        <p:spPr>
          <a:xfrm>
            <a:off x="1028700" y="3995239"/>
            <a:ext cx="6367164" cy="666925"/>
          </a:xfrm>
          <a:prstGeom prst="rect">
            <a:avLst/>
          </a:prstGeom>
          <a:noFill/>
          <a:ln>
            <a:noFill/>
          </a:ln>
        </p:spPr>
        <p:txBody>
          <a:bodyPr anchorCtr="0" anchor="t" bIns="0" lIns="0" spcFirstLastPara="1" rIns="0" wrap="square" tIns="0">
            <a:spAutoFit/>
          </a:bodyPr>
          <a:lstStyle/>
          <a:p>
            <a:pPr indent="0" lvl="0" marL="0" marR="0" rtl="0" algn="l">
              <a:lnSpc>
                <a:spcPct val="139994"/>
              </a:lnSpc>
              <a:spcBef>
                <a:spcPts val="0"/>
              </a:spcBef>
              <a:spcAft>
                <a:spcPts val="0"/>
              </a:spcAft>
              <a:buNone/>
            </a:pPr>
            <a:r>
              <a:rPr b="1" i="0" lang="en-US" sz="3743" u="none" cap="none" strike="noStrike">
                <a:solidFill>
                  <a:srgbClr val="000000"/>
                </a:solidFill>
                <a:latin typeface="Poppins"/>
                <a:ea typeface="Poppins"/>
                <a:cs typeface="Poppins"/>
                <a:sym typeface="Poppins"/>
              </a:rPr>
              <a:t>Ishan Shastri :- 24CE115</a:t>
            </a:r>
            <a:endParaRPr/>
          </a:p>
        </p:txBody>
      </p:sp>
      <p:sp>
        <p:nvSpPr>
          <p:cNvPr id="298" name="Google Shape;298;p21"/>
          <p:cNvSpPr txBox="1"/>
          <p:nvPr/>
        </p:nvSpPr>
        <p:spPr>
          <a:xfrm>
            <a:off x="1028700" y="5570588"/>
            <a:ext cx="6367164" cy="617395"/>
          </a:xfrm>
          <a:prstGeom prst="rect">
            <a:avLst/>
          </a:prstGeom>
          <a:noFill/>
          <a:ln>
            <a:noFill/>
          </a:ln>
        </p:spPr>
        <p:txBody>
          <a:bodyPr anchorCtr="0" anchor="t" bIns="0" lIns="0" spcFirstLastPara="1" rIns="0" wrap="square" tIns="0">
            <a:spAutoFit/>
          </a:bodyPr>
          <a:lstStyle/>
          <a:p>
            <a:pPr indent="0" lvl="0" marL="0" marR="0" rtl="0" algn="l">
              <a:lnSpc>
                <a:spcPct val="139994"/>
              </a:lnSpc>
              <a:spcBef>
                <a:spcPts val="0"/>
              </a:spcBef>
              <a:spcAft>
                <a:spcPts val="0"/>
              </a:spcAft>
              <a:buNone/>
            </a:pPr>
            <a:r>
              <a:rPr b="1" i="0" lang="en-US" sz="3443" u="none" cap="none" strike="noStrike">
                <a:solidFill>
                  <a:srgbClr val="000000"/>
                </a:solidFill>
                <a:latin typeface="Poppins"/>
                <a:ea typeface="Poppins"/>
                <a:cs typeface="Poppins"/>
                <a:sym typeface="Poppins"/>
              </a:rPr>
              <a:t>Kush Shah :- D25CE145</a:t>
            </a:r>
            <a:endParaRPr/>
          </a:p>
        </p:txBody>
      </p:sp>
      <p:sp>
        <p:nvSpPr>
          <p:cNvPr id="299" name="Google Shape;299;p21"/>
          <p:cNvSpPr txBox="1"/>
          <p:nvPr/>
        </p:nvSpPr>
        <p:spPr>
          <a:xfrm>
            <a:off x="1107009" y="7293575"/>
            <a:ext cx="6367164" cy="617395"/>
          </a:xfrm>
          <a:prstGeom prst="rect">
            <a:avLst/>
          </a:prstGeom>
          <a:noFill/>
          <a:ln>
            <a:noFill/>
          </a:ln>
        </p:spPr>
        <p:txBody>
          <a:bodyPr anchorCtr="0" anchor="t" bIns="0" lIns="0" spcFirstLastPara="1" rIns="0" wrap="square" tIns="0">
            <a:spAutoFit/>
          </a:bodyPr>
          <a:lstStyle/>
          <a:p>
            <a:pPr indent="0" lvl="0" marL="0" marR="0" rtl="0" algn="l">
              <a:lnSpc>
                <a:spcPct val="139994"/>
              </a:lnSpc>
              <a:spcBef>
                <a:spcPts val="0"/>
              </a:spcBef>
              <a:spcAft>
                <a:spcPts val="0"/>
              </a:spcAft>
              <a:buNone/>
            </a:pPr>
            <a:r>
              <a:rPr b="1" i="0" lang="en-US" sz="3443" u="none" cap="none" strike="noStrike">
                <a:solidFill>
                  <a:srgbClr val="000000"/>
                </a:solidFill>
                <a:latin typeface="Poppins"/>
                <a:ea typeface="Poppins"/>
                <a:cs typeface="Poppins"/>
                <a:sym typeface="Poppins"/>
              </a:rPr>
              <a:t>Krina Parikh :- D25CE146</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904" r="-20904" t="0"/>
            </a:stretch>
          </a:blipFill>
          <a:ln>
            <a:noFill/>
          </a:ln>
        </p:spPr>
      </p:sp>
      <p:grpSp>
        <p:nvGrpSpPr>
          <p:cNvPr id="305" name="Google Shape;305;p22"/>
          <p:cNvGrpSpPr/>
          <p:nvPr/>
        </p:nvGrpSpPr>
        <p:grpSpPr>
          <a:xfrm>
            <a:off x="1028700" y="-429510"/>
            <a:ext cx="16230600" cy="6707302"/>
            <a:chOff x="0" y="-47625"/>
            <a:chExt cx="4274726" cy="1766532"/>
          </a:xfrm>
        </p:grpSpPr>
        <p:sp>
          <p:nvSpPr>
            <p:cNvPr id="306" name="Google Shape;306;p22"/>
            <p:cNvSpPr/>
            <p:nvPr/>
          </p:nvSpPr>
          <p:spPr>
            <a:xfrm>
              <a:off x="0" y="0"/>
              <a:ext cx="4274726" cy="1718907"/>
            </a:xfrm>
            <a:custGeom>
              <a:rect b="b" l="l" r="r" t="t"/>
              <a:pathLst>
                <a:path extrusionOk="0" h="1718907" w="4274726">
                  <a:moveTo>
                    <a:pt x="24327" y="0"/>
                  </a:moveTo>
                  <a:lnTo>
                    <a:pt x="4250399" y="0"/>
                  </a:lnTo>
                  <a:cubicBezTo>
                    <a:pt x="4263834" y="0"/>
                    <a:pt x="4274726" y="10891"/>
                    <a:pt x="4274726" y="24327"/>
                  </a:cubicBezTo>
                  <a:lnTo>
                    <a:pt x="4274726" y="1694580"/>
                  </a:lnTo>
                  <a:cubicBezTo>
                    <a:pt x="4274726" y="1701032"/>
                    <a:pt x="4272163" y="1707220"/>
                    <a:pt x="4267601" y="1711782"/>
                  </a:cubicBezTo>
                  <a:cubicBezTo>
                    <a:pt x="4263039" y="1716344"/>
                    <a:pt x="4256851" y="1718907"/>
                    <a:pt x="4250399" y="1718907"/>
                  </a:cubicBezTo>
                  <a:lnTo>
                    <a:pt x="24327" y="1718907"/>
                  </a:lnTo>
                  <a:cubicBezTo>
                    <a:pt x="10891" y="1718907"/>
                    <a:pt x="0" y="1708016"/>
                    <a:pt x="0" y="1694580"/>
                  </a:cubicBezTo>
                  <a:lnTo>
                    <a:pt x="0" y="24327"/>
                  </a:lnTo>
                  <a:cubicBezTo>
                    <a:pt x="0" y="10891"/>
                    <a:pt x="10891" y="0"/>
                    <a:pt x="2432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2"/>
            <p:cNvSpPr txBox="1"/>
            <p:nvPr/>
          </p:nvSpPr>
          <p:spPr>
            <a:xfrm>
              <a:off x="0" y="-47625"/>
              <a:ext cx="4274726" cy="176653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8" name="Google Shape;308;p22"/>
          <p:cNvSpPr txBox="1"/>
          <p:nvPr/>
        </p:nvSpPr>
        <p:spPr>
          <a:xfrm>
            <a:off x="3423739" y="1412227"/>
            <a:ext cx="11440521" cy="187483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0990" u="none" cap="none" strike="noStrike">
                <a:solidFill>
                  <a:srgbClr val="000000"/>
                </a:solidFill>
                <a:latin typeface="League Spartan"/>
                <a:ea typeface="League Spartan"/>
                <a:cs typeface="League Spartan"/>
                <a:sym typeface="League Spartan"/>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